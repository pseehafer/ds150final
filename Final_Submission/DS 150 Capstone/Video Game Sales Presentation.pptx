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29"/>
  </p:notesMasterIdLst>
  <p:sldIdLst>
    <p:sldId id="256" r:id="rId2"/>
    <p:sldId id="257" r:id="rId3"/>
    <p:sldId id="258" r:id="rId4"/>
    <p:sldId id="259" r:id="rId5"/>
    <p:sldId id="268" r:id="rId6"/>
    <p:sldId id="269" r:id="rId7"/>
    <p:sldId id="270" r:id="rId8"/>
    <p:sldId id="267" r:id="rId9"/>
    <p:sldId id="264" r:id="rId10"/>
    <p:sldId id="280" r:id="rId11"/>
    <p:sldId id="281" r:id="rId12"/>
    <p:sldId id="282" r:id="rId13"/>
    <p:sldId id="272" r:id="rId14"/>
    <p:sldId id="263" r:id="rId15"/>
    <p:sldId id="265" r:id="rId16"/>
    <p:sldId id="286" r:id="rId17"/>
    <p:sldId id="284" r:id="rId18"/>
    <p:sldId id="285" r:id="rId19"/>
    <p:sldId id="287" r:id="rId20"/>
    <p:sldId id="274" r:id="rId21"/>
    <p:sldId id="275" r:id="rId22"/>
    <p:sldId id="276" r:id="rId23"/>
    <p:sldId id="277" r:id="rId24"/>
    <p:sldId id="278" r:id="rId25"/>
    <p:sldId id="283" r:id="rId26"/>
    <p:sldId id="279" r:id="rId27"/>
    <p:sldId id="288"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058001-6EB4-95E5-015F-E213B7F84F68}" v="415" dt="2025-12-18T23:29:41.070"/>
    <p1510:client id="{4513F5E0-1CC7-A0CF-0EB6-0486CECBE413}" v="8" dt="2025-12-18T22:06:43.317"/>
    <p1510:client id="{722CE09C-C7BC-40E7-AF95-07B0630D0F91}" v="134" dt="2025-12-19T00:48:21.354"/>
    <p1510:client id="{9497371E-AC5D-B13C-A7E3-178D80BC336F}" v="1290" dt="2025-12-18T23:31:35.778"/>
    <p1510:client id="{EC584297-44A0-4C5D-8C64-7FEACC5CC192}" v="1059" dt="2025-12-18T16:17:43.55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2" d="100"/>
          <a:sy n="92" d="100"/>
        </p:scale>
        <p:origin x="66" y="9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tenantanon#dd068b97-7593-4938-8b32-14faef2af1d8::" providerId="AD" clId="Web-{4513F5E0-1CC7-A0CF-0EB6-0486CECBE413}"/>
    <pc:docChg chg="modSld">
      <pc:chgData name="Guest User" userId="S::urn:spo:tenantanon#dd068b97-7593-4938-8b32-14faef2af1d8::" providerId="AD" clId="Web-{4513F5E0-1CC7-A0CF-0EB6-0486CECBE413}" dt="2025-12-18T22:06:43.317" v="7" actId="20577"/>
      <pc:docMkLst>
        <pc:docMk/>
      </pc:docMkLst>
      <pc:sldChg chg="modSp">
        <pc:chgData name="Guest User" userId="S::urn:spo:tenantanon#dd068b97-7593-4938-8b32-14faef2af1d8::" providerId="AD" clId="Web-{4513F5E0-1CC7-A0CF-0EB6-0486CECBE413}" dt="2025-12-18T22:06:43.317" v="7" actId="20577"/>
        <pc:sldMkLst>
          <pc:docMk/>
          <pc:sldMk cId="1991460521" sldId="257"/>
        </pc:sldMkLst>
        <pc:spChg chg="mod">
          <ac:chgData name="Guest User" userId="S::urn:spo:tenantanon#dd068b97-7593-4938-8b32-14faef2af1d8::" providerId="AD" clId="Web-{4513F5E0-1CC7-A0CF-0EB6-0486CECBE413}" dt="2025-12-18T22:06:43.317" v="7" actId="20577"/>
          <ac:spMkLst>
            <pc:docMk/>
            <pc:sldMk cId="1991460521" sldId="257"/>
            <ac:spMk id="3" creationId="{B16717F9-B777-93EE-9315-DF6615C82016}"/>
          </ac:spMkLst>
        </pc:spChg>
      </pc:sldChg>
    </pc:docChg>
  </pc:docChgLst>
  <pc:docChgLst>
    <pc:chgData name="Seehafer, Parker Daniel" userId="ae4adaed-a39a-43f8-91db-d03355f31fd1" providerId="ADAL" clId="{249636B8-7034-42F4-9299-BE90AE03738C}"/>
    <pc:docChg chg="modSld">
      <pc:chgData name="Seehafer, Parker Daniel" userId="ae4adaed-a39a-43f8-91db-d03355f31fd1" providerId="ADAL" clId="{249636B8-7034-42F4-9299-BE90AE03738C}" dt="2025-12-19T00:48:21.354" v="133" actId="20577"/>
      <pc:docMkLst>
        <pc:docMk/>
      </pc:docMkLst>
      <pc:sldChg chg="modSp mod">
        <pc:chgData name="Seehafer, Parker Daniel" userId="ae4adaed-a39a-43f8-91db-d03355f31fd1" providerId="ADAL" clId="{249636B8-7034-42F4-9299-BE90AE03738C}" dt="2025-12-19T00:48:21.354" v="133" actId="20577"/>
        <pc:sldMkLst>
          <pc:docMk/>
          <pc:sldMk cId="1585401869" sldId="279"/>
        </pc:sldMkLst>
        <pc:spChg chg="mod">
          <ac:chgData name="Seehafer, Parker Daniel" userId="ae4adaed-a39a-43f8-91db-d03355f31fd1" providerId="ADAL" clId="{249636B8-7034-42F4-9299-BE90AE03738C}" dt="2025-12-19T00:48:21.354" v="133" actId="20577"/>
          <ac:spMkLst>
            <pc:docMk/>
            <pc:sldMk cId="1585401869" sldId="279"/>
            <ac:spMk id="3" creationId="{F8F05F10-5B05-34C4-D8B5-6797128F36E9}"/>
          </ac:spMkLst>
        </pc:spChg>
      </pc:sldChg>
    </pc:docChg>
  </pc:docChgLst>
  <pc:docChgLst>
    <pc:chgData name="Guest User" userId="S::urn:spo:tenantanon#dd068b97-7593-4938-8b32-14faef2af1d8::" providerId="AD" clId="Web-{CEC6E545-6EF7-E551-44D9-E73EAFA3CDEA}"/>
    <pc:docChg chg="modSld">
      <pc:chgData name="Guest User" userId="S::urn:spo:tenantanon#dd068b97-7593-4938-8b32-14faef2af1d8::" providerId="AD" clId="Web-{CEC6E545-6EF7-E551-44D9-E73EAFA3CDEA}" dt="2025-12-17T23:49:58.653" v="16"/>
      <pc:docMkLst>
        <pc:docMk/>
      </pc:docMkLst>
      <pc:sldChg chg="addSp delSp modSp">
        <pc:chgData name="Guest User" userId="S::urn:spo:tenantanon#dd068b97-7593-4938-8b32-14faef2af1d8::" providerId="AD" clId="Web-{CEC6E545-6EF7-E551-44D9-E73EAFA3CDEA}" dt="2025-12-17T23:49:58.653" v="16"/>
        <pc:sldMkLst>
          <pc:docMk/>
          <pc:sldMk cId="3862605970" sldId="264"/>
        </pc:sldMkLst>
        <pc:spChg chg="mod">
          <ac:chgData name="Guest User" userId="S::urn:spo:tenantanon#dd068b97-7593-4938-8b32-14faef2af1d8::" providerId="AD" clId="Web-{CEC6E545-6EF7-E551-44D9-E73EAFA3CDEA}" dt="2025-12-17T23:49:57.325" v="15" actId="20577"/>
          <ac:spMkLst>
            <pc:docMk/>
            <pc:sldMk cId="3862605970" sldId="264"/>
            <ac:spMk id="2" creationId="{688582FB-2C0F-A241-6EAB-0E766D161E58}"/>
          </ac:spMkLst>
        </pc:spChg>
        <pc:spChg chg="add mod">
          <ac:chgData name="Guest User" userId="S::urn:spo:tenantanon#dd068b97-7593-4938-8b32-14faef2af1d8::" providerId="AD" clId="Web-{CEC6E545-6EF7-E551-44D9-E73EAFA3CDEA}" dt="2025-12-17T23:49:58.653" v="16"/>
          <ac:spMkLst>
            <pc:docMk/>
            <pc:sldMk cId="3862605970" sldId="264"/>
            <ac:spMk id="5" creationId="{51D4876B-080C-6039-48B7-723D89743EA0}"/>
          </ac:spMkLst>
        </pc:spChg>
        <pc:picChg chg="del">
          <ac:chgData name="Guest User" userId="S::urn:spo:tenantanon#dd068b97-7593-4938-8b32-14faef2af1d8::" providerId="AD" clId="Web-{CEC6E545-6EF7-E551-44D9-E73EAFA3CDEA}" dt="2025-12-17T23:49:58.653" v="16"/>
          <ac:picMkLst>
            <pc:docMk/>
            <pc:sldMk cId="3862605970" sldId="264"/>
            <ac:picMk id="6" creationId="{66149AD4-6C00-D042-CC64-03D1A13CD01E}"/>
          </ac:picMkLst>
        </pc:picChg>
      </pc:sldChg>
    </pc:docChg>
  </pc:docChgLst>
  <pc:docChgLst>
    <pc:chgData name="Sorensen, Gavin Otto" userId="S::sorensgo7635@uwec.edu::2e7fc850-89ec-4ef7-b3b8-23d611d6152e" providerId="AD" clId="Web-{4D4D8BD9-C63B-5F10-1AE3-A47D15585B78}"/>
    <pc:docChg chg="addSld modSld">
      <pc:chgData name="Sorensen, Gavin Otto" userId="S::sorensgo7635@uwec.edu::2e7fc850-89ec-4ef7-b3b8-23d611d6152e" providerId="AD" clId="Web-{4D4D8BD9-C63B-5F10-1AE3-A47D15585B78}" dt="2025-12-18T00:39:29.886" v="832"/>
      <pc:docMkLst>
        <pc:docMk/>
      </pc:docMkLst>
      <pc:sldChg chg="addSp delSp modSp">
        <pc:chgData name="Sorensen, Gavin Otto" userId="S::sorensgo7635@uwec.edu::2e7fc850-89ec-4ef7-b3b8-23d611d6152e" providerId="AD" clId="Web-{4D4D8BD9-C63B-5F10-1AE3-A47D15585B78}" dt="2025-12-18T00:38:49.806" v="824"/>
        <pc:sldMkLst>
          <pc:docMk/>
          <pc:sldMk cId="4151741588" sldId="280"/>
        </pc:sldMkLst>
        <pc:spChg chg="del">
          <ac:chgData name="Sorensen, Gavin Otto" userId="S::sorensgo7635@uwec.edu::2e7fc850-89ec-4ef7-b3b8-23d611d6152e" providerId="AD" clId="Web-{4D4D8BD9-C63B-5F10-1AE3-A47D15585B78}" dt="2025-12-18T00:12:46.162" v="0"/>
          <ac:spMkLst>
            <pc:docMk/>
            <pc:sldMk cId="4151741588" sldId="280"/>
            <ac:spMk id="3" creationId="{BD448296-16F6-89BF-6AE2-0CAB00B082CF}"/>
          </ac:spMkLst>
        </pc:spChg>
        <pc:spChg chg="mod">
          <ac:chgData name="Sorensen, Gavin Otto" userId="S::sorensgo7635@uwec.edu::2e7fc850-89ec-4ef7-b3b8-23d611d6152e" providerId="AD" clId="Web-{4D4D8BD9-C63B-5F10-1AE3-A47D15585B78}" dt="2025-12-18T00:27:09.666" v="289" actId="20577"/>
          <ac:spMkLst>
            <pc:docMk/>
            <pc:sldMk cId="4151741588" sldId="280"/>
            <ac:spMk id="4" creationId="{18F7E166-B063-0070-32B3-7B799673F54E}"/>
          </ac:spMkLst>
        </pc:spChg>
        <pc:spChg chg="add del mod">
          <ac:chgData name="Sorensen, Gavin Otto" userId="S::sorensgo7635@uwec.edu::2e7fc850-89ec-4ef7-b3b8-23d611d6152e" providerId="AD" clId="Web-{4D4D8BD9-C63B-5F10-1AE3-A47D15585B78}" dt="2025-12-18T00:20:39.692" v="68"/>
          <ac:spMkLst>
            <pc:docMk/>
            <pc:sldMk cId="4151741588" sldId="280"/>
            <ac:spMk id="7" creationId="{C7E67177-7BB7-EDF5-6C16-0AEC40C320EF}"/>
          </ac:spMkLst>
        </pc:spChg>
        <pc:spChg chg="add del mod">
          <ac:chgData name="Sorensen, Gavin Otto" userId="S::sorensgo7635@uwec.edu::2e7fc850-89ec-4ef7-b3b8-23d611d6152e" providerId="AD" clId="Web-{4D4D8BD9-C63B-5F10-1AE3-A47D15585B78}" dt="2025-12-18T00:21:56.584" v="98"/>
          <ac:spMkLst>
            <pc:docMk/>
            <pc:sldMk cId="4151741588" sldId="280"/>
            <ac:spMk id="12" creationId="{E2F48B73-8D9A-D0B4-F9ED-DAB246E6B235}"/>
          </ac:spMkLst>
        </pc:spChg>
        <pc:graphicFrameChg chg="add del mod ord modGraphic">
          <ac:chgData name="Sorensen, Gavin Otto" userId="S::sorensgo7635@uwec.edu::2e7fc850-89ec-4ef7-b3b8-23d611d6152e" providerId="AD" clId="Web-{4D4D8BD9-C63B-5F10-1AE3-A47D15585B78}" dt="2025-12-18T00:17:08.454" v="67"/>
          <ac:graphicFrameMkLst>
            <pc:docMk/>
            <pc:sldMk cId="4151741588" sldId="280"/>
            <ac:graphicFrameMk id="5" creationId="{7C2B25E8-A079-E483-C1F6-1BA40DE13BF5}"/>
          </ac:graphicFrameMkLst>
        </pc:graphicFrameChg>
        <pc:graphicFrameChg chg="add del mod ord modGraphic">
          <ac:chgData name="Sorensen, Gavin Otto" userId="S::sorensgo7635@uwec.edu::2e7fc850-89ec-4ef7-b3b8-23d611d6152e" providerId="AD" clId="Web-{4D4D8BD9-C63B-5F10-1AE3-A47D15585B78}" dt="2025-12-18T00:21:36.505" v="75"/>
          <ac:graphicFrameMkLst>
            <pc:docMk/>
            <pc:sldMk cId="4151741588" sldId="280"/>
            <ac:graphicFrameMk id="9" creationId="{D75993A1-696C-7173-E997-EDC2AFE8A71E}"/>
          </ac:graphicFrameMkLst>
        </pc:graphicFrameChg>
        <pc:graphicFrameChg chg="add mod modGraphic">
          <ac:chgData name="Sorensen, Gavin Otto" userId="S::sorensgo7635@uwec.edu::2e7fc850-89ec-4ef7-b3b8-23d611d6152e" providerId="AD" clId="Web-{4D4D8BD9-C63B-5F10-1AE3-A47D15585B78}" dt="2025-12-18T00:38:49.806" v="824"/>
          <ac:graphicFrameMkLst>
            <pc:docMk/>
            <pc:sldMk cId="4151741588" sldId="280"/>
            <ac:graphicFrameMk id="10" creationId="{7D3A6A68-6725-9733-EE7E-7B7D62754D13}"/>
          </ac:graphicFrameMkLst>
        </pc:graphicFrameChg>
        <pc:graphicFrameChg chg="add del mod">
          <ac:chgData name="Sorensen, Gavin Otto" userId="S::sorensgo7635@uwec.edu::2e7fc850-89ec-4ef7-b3b8-23d611d6152e" providerId="AD" clId="Web-{4D4D8BD9-C63B-5F10-1AE3-A47D15585B78}" dt="2025-12-18T00:22:41.834" v="100"/>
          <ac:graphicFrameMkLst>
            <pc:docMk/>
            <pc:sldMk cId="4151741588" sldId="280"/>
            <ac:graphicFrameMk id="14" creationId="{5C194A29-09B7-9018-6732-053328548F70}"/>
          </ac:graphicFrameMkLst>
        </pc:graphicFrameChg>
        <pc:graphicFrameChg chg="add del mod">
          <ac:chgData name="Sorensen, Gavin Otto" userId="S::sorensgo7635@uwec.edu::2e7fc850-89ec-4ef7-b3b8-23d611d6152e" providerId="AD" clId="Web-{4D4D8BD9-C63B-5F10-1AE3-A47D15585B78}" dt="2025-12-18T00:22:50.288" v="102"/>
          <ac:graphicFrameMkLst>
            <pc:docMk/>
            <pc:sldMk cId="4151741588" sldId="280"/>
            <ac:graphicFrameMk id="16" creationId="{B680EAE9-5273-B262-A596-7B9A6C968704}"/>
          </ac:graphicFrameMkLst>
        </pc:graphicFrameChg>
      </pc:sldChg>
      <pc:sldChg chg="addSp delSp modSp new">
        <pc:chgData name="Sorensen, Gavin Otto" userId="S::sorensgo7635@uwec.edu::2e7fc850-89ec-4ef7-b3b8-23d611d6152e" providerId="AD" clId="Web-{4D4D8BD9-C63B-5F10-1AE3-A47D15585B78}" dt="2025-12-18T00:39:29.886" v="832"/>
        <pc:sldMkLst>
          <pc:docMk/>
          <pc:sldMk cId="2032530778" sldId="281"/>
        </pc:sldMkLst>
        <pc:spChg chg="mod">
          <ac:chgData name="Sorensen, Gavin Otto" userId="S::sorensgo7635@uwec.edu::2e7fc850-89ec-4ef7-b3b8-23d611d6152e" providerId="AD" clId="Web-{4D4D8BD9-C63B-5F10-1AE3-A47D15585B78}" dt="2025-12-18T00:27:26.963" v="310" actId="20577"/>
          <ac:spMkLst>
            <pc:docMk/>
            <pc:sldMk cId="2032530778" sldId="281"/>
            <ac:spMk id="2" creationId="{A522C508-5EC9-7EA0-7E8B-7E219548C870}"/>
          </ac:spMkLst>
        </pc:spChg>
        <pc:spChg chg="del">
          <ac:chgData name="Sorensen, Gavin Otto" userId="S::sorensgo7635@uwec.edu::2e7fc850-89ec-4ef7-b3b8-23d611d6152e" providerId="AD" clId="Web-{4D4D8BD9-C63B-5F10-1AE3-A47D15585B78}" dt="2025-12-18T00:28:32.292" v="394"/>
          <ac:spMkLst>
            <pc:docMk/>
            <pc:sldMk cId="2032530778" sldId="281"/>
            <ac:spMk id="3" creationId="{11ECFAD1-3D05-8C23-ACBB-965FB4292111}"/>
          </ac:spMkLst>
        </pc:spChg>
        <pc:spChg chg="mod">
          <ac:chgData name="Sorensen, Gavin Otto" userId="S::sorensgo7635@uwec.edu::2e7fc850-89ec-4ef7-b3b8-23d611d6152e" providerId="AD" clId="Web-{4D4D8BD9-C63B-5F10-1AE3-A47D15585B78}" dt="2025-12-18T00:28:25.964" v="393" actId="20577"/>
          <ac:spMkLst>
            <pc:docMk/>
            <pc:sldMk cId="2032530778" sldId="281"/>
            <ac:spMk id="4" creationId="{3BEE030F-CE49-29E3-A481-738C0079B7B4}"/>
          </ac:spMkLst>
        </pc:spChg>
        <pc:graphicFrameChg chg="add mod ord modGraphic">
          <ac:chgData name="Sorensen, Gavin Otto" userId="S::sorensgo7635@uwec.edu::2e7fc850-89ec-4ef7-b3b8-23d611d6152e" providerId="AD" clId="Web-{4D4D8BD9-C63B-5F10-1AE3-A47D15585B78}" dt="2025-12-18T00:39:29.886" v="832"/>
          <ac:graphicFrameMkLst>
            <pc:docMk/>
            <pc:sldMk cId="2032530778" sldId="281"/>
            <ac:graphicFrameMk id="5" creationId="{EC17C706-1A0C-8605-B8A8-5086F1A9A5FD}"/>
          </ac:graphicFrameMkLst>
        </pc:graphicFrameChg>
      </pc:sldChg>
      <pc:sldChg chg="modSp new">
        <pc:chgData name="Sorensen, Gavin Otto" userId="S::sorensgo7635@uwec.edu::2e7fc850-89ec-4ef7-b3b8-23d611d6152e" providerId="AD" clId="Web-{4D4D8BD9-C63B-5F10-1AE3-A47D15585B78}" dt="2025-12-18T00:36:12.192" v="817" actId="20577"/>
        <pc:sldMkLst>
          <pc:docMk/>
          <pc:sldMk cId="191683093" sldId="282"/>
        </pc:sldMkLst>
        <pc:spChg chg="mod">
          <ac:chgData name="Sorensen, Gavin Otto" userId="S::sorensgo7635@uwec.edu::2e7fc850-89ec-4ef7-b3b8-23d611d6152e" providerId="AD" clId="Web-{4D4D8BD9-C63B-5F10-1AE3-A47D15585B78}" dt="2025-12-18T00:32:44.314" v="524" actId="20577"/>
          <ac:spMkLst>
            <pc:docMk/>
            <pc:sldMk cId="191683093" sldId="282"/>
            <ac:spMk id="2" creationId="{EFF63C00-DB5B-7BA0-85D1-68E65B2BDF4B}"/>
          </ac:spMkLst>
        </pc:spChg>
        <pc:spChg chg="mod">
          <ac:chgData name="Sorensen, Gavin Otto" userId="S::sorensgo7635@uwec.edu::2e7fc850-89ec-4ef7-b3b8-23d611d6152e" providerId="AD" clId="Web-{4D4D8BD9-C63B-5F10-1AE3-A47D15585B78}" dt="2025-12-18T00:36:12.192" v="817" actId="20577"/>
          <ac:spMkLst>
            <pc:docMk/>
            <pc:sldMk cId="191683093" sldId="282"/>
            <ac:spMk id="3" creationId="{32EE59FB-DD88-6FFF-F113-AAE7E6E561C7}"/>
          </ac:spMkLst>
        </pc:spChg>
        <pc:spChg chg="mod">
          <ac:chgData name="Sorensen, Gavin Otto" userId="S::sorensgo7635@uwec.edu::2e7fc850-89ec-4ef7-b3b8-23d611d6152e" providerId="AD" clId="Web-{4D4D8BD9-C63B-5F10-1AE3-A47D15585B78}" dt="2025-12-18T00:32:57.580" v="538" actId="20577"/>
          <ac:spMkLst>
            <pc:docMk/>
            <pc:sldMk cId="191683093" sldId="282"/>
            <ac:spMk id="4" creationId="{CC2AAB38-BAC7-1FF0-C811-BD72A994E6D8}"/>
          </ac:spMkLst>
        </pc:spChg>
      </pc:sldChg>
    </pc:docChg>
  </pc:docChgLst>
  <pc:docChgLst>
    <pc:chgData name="Guest User" userId="S::urn:spo:tenantanon#dd068b97-7593-4938-8b32-14faef2af1d8::" providerId="AD" clId="Web-{2E058001-6EB4-95E5-015F-E213B7F84F68}"/>
    <pc:docChg chg="addSld modSld">
      <pc:chgData name="Guest User" userId="S::urn:spo:tenantanon#dd068b97-7593-4938-8b32-14faef2af1d8::" providerId="AD" clId="Web-{2E058001-6EB4-95E5-015F-E213B7F84F68}" dt="2025-12-18T23:29:39.148" v="408" actId="20577"/>
      <pc:docMkLst>
        <pc:docMk/>
      </pc:docMkLst>
      <pc:sldChg chg="modSp">
        <pc:chgData name="Guest User" userId="S::urn:spo:tenantanon#dd068b97-7593-4938-8b32-14faef2af1d8::" providerId="AD" clId="Web-{2E058001-6EB4-95E5-015F-E213B7F84F68}" dt="2025-12-18T23:09:46.046" v="5" actId="14100"/>
        <pc:sldMkLst>
          <pc:docMk/>
          <pc:sldMk cId="3862605970" sldId="264"/>
        </pc:sldMkLst>
        <pc:picChg chg="mod">
          <ac:chgData name="Guest User" userId="S::urn:spo:tenantanon#dd068b97-7593-4938-8b32-14faef2af1d8::" providerId="AD" clId="Web-{2E058001-6EB4-95E5-015F-E213B7F84F68}" dt="2025-12-18T23:09:46.046" v="5" actId="14100"/>
          <ac:picMkLst>
            <pc:docMk/>
            <pc:sldMk cId="3862605970" sldId="264"/>
            <ac:picMk id="3" creationId="{BBA5DB6A-81B4-761C-53E9-BAEEC191422B}"/>
          </ac:picMkLst>
        </pc:picChg>
      </pc:sldChg>
      <pc:sldChg chg="modSp">
        <pc:chgData name="Guest User" userId="S::urn:spo:tenantanon#dd068b97-7593-4938-8b32-14faef2af1d8::" providerId="AD" clId="Web-{2E058001-6EB4-95E5-015F-E213B7F84F68}" dt="2025-12-18T23:08:29.920" v="0" actId="14100"/>
        <pc:sldMkLst>
          <pc:docMk/>
          <pc:sldMk cId="565688499" sldId="268"/>
        </pc:sldMkLst>
        <pc:picChg chg="mod">
          <ac:chgData name="Guest User" userId="S::urn:spo:tenantanon#dd068b97-7593-4938-8b32-14faef2af1d8::" providerId="AD" clId="Web-{2E058001-6EB4-95E5-015F-E213B7F84F68}" dt="2025-12-18T23:08:29.920" v="0" actId="14100"/>
          <ac:picMkLst>
            <pc:docMk/>
            <pc:sldMk cId="565688499" sldId="268"/>
            <ac:picMk id="5" creationId="{68EAEE67-F358-9105-4402-AB47473077D3}"/>
          </ac:picMkLst>
        </pc:picChg>
      </pc:sldChg>
      <pc:sldChg chg="modSp">
        <pc:chgData name="Guest User" userId="S::urn:spo:tenantanon#dd068b97-7593-4938-8b32-14faef2af1d8::" providerId="AD" clId="Web-{2E058001-6EB4-95E5-015F-E213B7F84F68}" dt="2025-12-18T23:08:37.998" v="2" actId="1076"/>
        <pc:sldMkLst>
          <pc:docMk/>
          <pc:sldMk cId="3998321409" sldId="269"/>
        </pc:sldMkLst>
        <pc:picChg chg="mod">
          <ac:chgData name="Guest User" userId="S::urn:spo:tenantanon#dd068b97-7593-4938-8b32-14faef2af1d8::" providerId="AD" clId="Web-{2E058001-6EB4-95E5-015F-E213B7F84F68}" dt="2025-12-18T23:08:37.998" v="2" actId="1076"/>
          <ac:picMkLst>
            <pc:docMk/>
            <pc:sldMk cId="3998321409" sldId="269"/>
            <ac:picMk id="5" creationId="{E8815BC8-BC69-51DE-92D0-734A30DCAA9B}"/>
          </ac:picMkLst>
        </pc:picChg>
      </pc:sldChg>
      <pc:sldChg chg="modSp">
        <pc:chgData name="Guest User" userId="S::urn:spo:tenantanon#dd068b97-7593-4938-8b32-14faef2af1d8::" providerId="AD" clId="Web-{2E058001-6EB4-95E5-015F-E213B7F84F68}" dt="2025-12-18T23:29:39.148" v="408" actId="20577"/>
        <pc:sldMkLst>
          <pc:docMk/>
          <pc:sldMk cId="1052985230" sldId="270"/>
        </pc:sldMkLst>
        <pc:spChg chg="mod">
          <ac:chgData name="Guest User" userId="S::urn:spo:tenantanon#dd068b97-7593-4938-8b32-14faef2af1d8::" providerId="AD" clId="Web-{2E058001-6EB4-95E5-015F-E213B7F84F68}" dt="2025-12-18T23:29:39.148" v="408" actId="20577"/>
          <ac:spMkLst>
            <pc:docMk/>
            <pc:sldMk cId="1052985230" sldId="270"/>
            <ac:spMk id="2" creationId="{7D51D329-AC56-1FD0-20FB-C32863F6E5EB}"/>
          </ac:spMkLst>
        </pc:spChg>
      </pc:sldChg>
      <pc:sldChg chg="modSp">
        <pc:chgData name="Guest User" userId="S::urn:spo:tenantanon#dd068b97-7593-4938-8b32-14faef2af1d8::" providerId="AD" clId="Web-{2E058001-6EB4-95E5-015F-E213B7F84F68}" dt="2025-12-18T23:28:40.429" v="407" actId="20577"/>
        <pc:sldMkLst>
          <pc:docMk/>
          <pc:sldMk cId="4151741588" sldId="280"/>
        </pc:sldMkLst>
        <pc:spChg chg="mod">
          <ac:chgData name="Guest User" userId="S::urn:spo:tenantanon#dd068b97-7593-4938-8b32-14faef2af1d8::" providerId="AD" clId="Web-{2E058001-6EB4-95E5-015F-E213B7F84F68}" dt="2025-12-18T23:28:40.429" v="407" actId="20577"/>
          <ac:spMkLst>
            <pc:docMk/>
            <pc:sldMk cId="4151741588" sldId="280"/>
            <ac:spMk id="4" creationId="{18F7E166-B063-0070-32B3-7B799673F54E}"/>
          </ac:spMkLst>
        </pc:spChg>
      </pc:sldChg>
      <pc:sldChg chg="modSp">
        <pc:chgData name="Guest User" userId="S::urn:spo:tenantanon#dd068b97-7593-4938-8b32-14faef2af1d8::" providerId="AD" clId="Web-{2E058001-6EB4-95E5-015F-E213B7F84F68}" dt="2025-12-18T23:27:53.866" v="405" actId="20577"/>
        <pc:sldMkLst>
          <pc:docMk/>
          <pc:sldMk cId="2032530778" sldId="281"/>
        </pc:sldMkLst>
        <pc:spChg chg="mod">
          <ac:chgData name="Guest User" userId="S::urn:spo:tenantanon#dd068b97-7593-4938-8b32-14faef2af1d8::" providerId="AD" clId="Web-{2E058001-6EB4-95E5-015F-E213B7F84F68}" dt="2025-12-18T23:27:53.866" v="405" actId="20577"/>
          <ac:spMkLst>
            <pc:docMk/>
            <pc:sldMk cId="2032530778" sldId="281"/>
            <ac:spMk id="4" creationId="{3BEE030F-CE49-29E3-A481-738C0079B7B4}"/>
          </ac:spMkLst>
        </pc:spChg>
      </pc:sldChg>
      <pc:sldChg chg="modSp new">
        <pc:chgData name="Guest User" userId="S::urn:spo:tenantanon#dd068b97-7593-4938-8b32-14faef2af1d8::" providerId="AD" clId="Web-{2E058001-6EB4-95E5-015F-E213B7F84F68}" dt="2025-12-18T23:21:41.278" v="397" actId="20577"/>
        <pc:sldMkLst>
          <pc:docMk/>
          <pc:sldMk cId="3742602139" sldId="288"/>
        </pc:sldMkLst>
        <pc:spChg chg="mod">
          <ac:chgData name="Guest User" userId="S::urn:spo:tenantanon#dd068b97-7593-4938-8b32-14faef2af1d8::" providerId="AD" clId="Web-{2E058001-6EB4-95E5-015F-E213B7F84F68}" dt="2025-12-18T23:16:02.987" v="55" actId="20577"/>
          <ac:spMkLst>
            <pc:docMk/>
            <pc:sldMk cId="3742602139" sldId="288"/>
            <ac:spMk id="2" creationId="{0A0E949D-6438-EAE1-47B2-8E3F9E783E6B}"/>
          </ac:spMkLst>
        </pc:spChg>
        <pc:spChg chg="mod">
          <ac:chgData name="Guest User" userId="S::urn:spo:tenantanon#dd068b97-7593-4938-8b32-14faef2af1d8::" providerId="AD" clId="Web-{2E058001-6EB4-95E5-015F-E213B7F84F68}" dt="2025-12-18T23:21:41.278" v="397" actId="20577"/>
          <ac:spMkLst>
            <pc:docMk/>
            <pc:sldMk cId="3742602139" sldId="288"/>
            <ac:spMk id="3" creationId="{2201720A-34BC-EF50-9ED3-E03288060CAF}"/>
          </ac:spMkLst>
        </pc:spChg>
      </pc:sldChg>
    </pc:docChg>
  </pc:docChgLst>
  <pc:docChgLst>
    <pc:chgData name="Sorensen, Gavin Otto" userId="S::sorensgo7635@uwec.edu::2e7fc850-89ec-4ef7-b3b8-23d611d6152e" providerId="AD" clId="Web-{C2423D7E-5901-001A-FD05-BDA9666B7761}"/>
    <pc:docChg chg="addSld modSld">
      <pc:chgData name="Sorensen, Gavin Otto" userId="S::sorensgo7635@uwec.edu::2e7fc850-89ec-4ef7-b3b8-23d611d6152e" providerId="AD" clId="Web-{C2423D7E-5901-001A-FD05-BDA9666B7761}" dt="2025-12-18T00:11:23.786" v="390" actId="20577"/>
      <pc:docMkLst>
        <pc:docMk/>
      </pc:docMkLst>
      <pc:sldChg chg="addSp delSp modSp">
        <pc:chgData name="Sorensen, Gavin Otto" userId="S::sorensgo7635@uwec.edu::2e7fc850-89ec-4ef7-b3b8-23d611d6152e" providerId="AD" clId="Web-{C2423D7E-5901-001A-FD05-BDA9666B7761}" dt="2025-12-18T00:10:02.380" v="337" actId="20577"/>
        <pc:sldMkLst>
          <pc:docMk/>
          <pc:sldMk cId="1336771385" sldId="267"/>
        </pc:sldMkLst>
        <pc:spChg chg="mod">
          <ac:chgData name="Sorensen, Gavin Otto" userId="S::sorensgo7635@uwec.edu::2e7fc850-89ec-4ef7-b3b8-23d611d6152e" providerId="AD" clId="Web-{C2423D7E-5901-001A-FD05-BDA9666B7761}" dt="2025-12-18T00:05:49.491" v="224" actId="20577"/>
          <ac:spMkLst>
            <pc:docMk/>
            <pc:sldMk cId="1336771385" sldId="267"/>
            <ac:spMk id="2" creationId="{E8A8E0F5-D5AC-14AC-15D9-E2E5106B534F}"/>
          </ac:spMkLst>
        </pc:spChg>
        <pc:spChg chg="del">
          <ac:chgData name="Sorensen, Gavin Otto" userId="S::sorensgo7635@uwec.edu::2e7fc850-89ec-4ef7-b3b8-23d611d6152e" providerId="AD" clId="Web-{C2423D7E-5901-001A-FD05-BDA9666B7761}" dt="2025-12-18T00:08:26.225" v="225"/>
          <ac:spMkLst>
            <pc:docMk/>
            <pc:sldMk cId="1336771385" sldId="267"/>
            <ac:spMk id="3" creationId="{A7C6C141-CBA9-04E4-1DB5-7B1146D6C5CF}"/>
          </ac:spMkLst>
        </pc:spChg>
        <pc:spChg chg="mod">
          <ac:chgData name="Sorensen, Gavin Otto" userId="S::sorensgo7635@uwec.edu::2e7fc850-89ec-4ef7-b3b8-23d611d6152e" providerId="AD" clId="Web-{C2423D7E-5901-001A-FD05-BDA9666B7761}" dt="2025-12-18T00:10:02.380" v="337" actId="20577"/>
          <ac:spMkLst>
            <pc:docMk/>
            <pc:sldMk cId="1336771385" sldId="267"/>
            <ac:spMk id="4" creationId="{338EB451-2C1C-521B-C51D-C9DC7ADA3318}"/>
          </ac:spMkLst>
        </pc:spChg>
        <pc:picChg chg="add mod ord">
          <ac:chgData name="Sorensen, Gavin Otto" userId="S::sorensgo7635@uwec.edu::2e7fc850-89ec-4ef7-b3b8-23d611d6152e" providerId="AD" clId="Web-{C2423D7E-5901-001A-FD05-BDA9666B7761}" dt="2025-12-18T00:08:31.209" v="226" actId="1076"/>
          <ac:picMkLst>
            <pc:docMk/>
            <pc:sldMk cId="1336771385" sldId="267"/>
            <ac:picMk id="5" creationId="{D1ABED91-D6F5-F6C8-1740-8A0A77BB4B0C}"/>
          </ac:picMkLst>
        </pc:picChg>
        <pc:picChg chg="add mod">
          <ac:chgData name="Sorensen, Gavin Otto" userId="S::sorensgo7635@uwec.edu::2e7fc850-89ec-4ef7-b3b8-23d611d6152e" providerId="AD" clId="Web-{C2423D7E-5901-001A-FD05-BDA9666B7761}" dt="2025-12-18T00:08:49.959" v="230" actId="14100"/>
          <ac:picMkLst>
            <pc:docMk/>
            <pc:sldMk cId="1336771385" sldId="267"/>
            <ac:picMk id="6" creationId="{6B325E3E-0FB0-FA3C-B8E9-00132C5B8FFD}"/>
          </ac:picMkLst>
        </pc:picChg>
      </pc:sldChg>
      <pc:sldChg chg="modSp">
        <pc:chgData name="Sorensen, Gavin Otto" userId="S::sorensgo7635@uwec.edu::2e7fc850-89ec-4ef7-b3b8-23d611d6152e" providerId="AD" clId="Web-{C2423D7E-5901-001A-FD05-BDA9666B7761}" dt="2025-12-18T00:02:57.726" v="63" actId="20577"/>
        <pc:sldMkLst>
          <pc:docMk/>
          <pc:sldMk cId="565688499" sldId="268"/>
        </pc:sldMkLst>
        <pc:spChg chg="mod">
          <ac:chgData name="Sorensen, Gavin Otto" userId="S::sorensgo7635@uwec.edu::2e7fc850-89ec-4ef7-b3b8-23d611d6152e" providerId="AD" clId="Web-{C2423D7E-5901-001A-FD05-BDA9666B7761}" dt="2025-12-18T00:02:57.726" v="63" actId="20577"/>
          <ac:spMkLst>
            <pc:docMk/>
            <pc:sldMk cId="565688499" sldId="268"/>
            <ac:spMk id="4" creationId="{6FF64BE4-4841-B9F9-A52C-44D72B77225F}"/>
          </ac:spMkLst>
        </pc:spChg>
        <pc:picChg chg="mod">
          <ac:chgData name="Sorensen, Gavin Otto" userId="S::sorensgo7635@uwec.edu::2e7fc850-89ec-4ef7-b3b8-23d611d6152e" providerId="AD" clId="Web-{C2423D7E-5901-001A-FD05-BDA9666B7761}" dt="2025-12-18T00:02:25.617" v="24" actId="1076"/>
          <ac:picMkLst>
            <pc:docMk/>
            <pc:sldMk cId="565688499" sldId="268"/>
            <ac:picMk id="5" creationId="{68EAEE67-F358-9105-4402-AB47473077D3}"/>
          </ac:picMkLst>
        </pc:picChg>
      </pc:sldChg>
      <pc:sldChg chg="addSp delSp modSp new">
        <pc:chgData name="Sorensen, Gavin Otto" userId="S::sorensgo7635@uwec.edu::2e7fc850-89ec-4ef7-b3b8-23d611d6152e" providerId="AD" clId="Web-{C2423D7E-5901-001A-FD05-BDA9666B7761}" dt="2025-12-18T00:00:09.240" v="13" actId="1076"/>
        <pc:sldMkLst>
          <pc:docMk/>
          <pc:sldMk cId="3998321409" sldId="269"/>
        </pc:sldMkLst>
        <pc:spChg chg="mod">
          <ac:chgData name="Sorensen, Gavin Otto" userId="S::sorensgo7635@uwec.edu::2e7fc850-89ec-4ef7-b3b8-23d611d6152e" providerId="AD" clId="Web-{C2423D7E-5901-001A-FD05-BDA9666B7761}" dt="2025-12-17T23:59:36.662" v="9" actId="20577"/>
          <ac:spMkLst>
            <pc:docMk/>
            <pc:sldMk cId="3998321409" sldId="269"/>
            <ac:spMk id="2" creationId="{4AEE5C84-FDFA-A4C4-2995-98F4F8C8C04F}"/>
          </ac:spMkLst>
        </pc:spChg>
        <pc:spChg chg="del">
          <ac:chgData name="Sorensen, Gavin Otto" userId="S::sorensgo7635@uwec.edu::2e7fc850-89ec-4ef7-b3b8-23d611d6152e" providerId="AD" clId="Web-{C2423D7E-5901-001A-FD05-BDA9666B7761}" dt="2025-12-17T23:59:57.600" v="10"/>
          <ac:spMkLst>
            <pc:docMk/>
            <pc:sldMk cId="3998321409" sldId="269"/>
            <ac:spMk id="3" creationId="{EF491E4A-63EE-B4B2-6C56-0429D05E20ED}"/>
          </ac:spMkLst>
        </pc:spChg>
        <pc:picChg chg="add mod ord">
          <ac:chgData name="Sorensen, Gavin Otto" userId="S::sorensgo7635@uwec.edu::2e7fc850-89ec-4ef7-b3b8-23d611d6152e" providerId="AD" clId="Web-{C2423D7E-5901-001A-FD05-BDA9666B7761}" dt="2025-12-18T00:00:09.240" v="13" actId="1076"/>
          <ac:picMkLst>
            <pc:docMk/>
            <pc:sldMk cId="3998321409" sldId="269"/>
            <ac:picMk id="5" creationId="{E8815BC8-BC69-51DE-92D0-734A30DCAA9B}"/>
          </ac:picMkLst>
        </pc:picChg>
      </pc:sldChg>
      <pc:sldChg chg="addSp delSp modSp new">
        <pc:chgData name="Sorensen, Gavin Otto" userId="S::sorensgo7635@uwec.edu::2e7fc850-89ec-4ef7-b3b8-23d611d6152e" providerId="AD" clId="Web-{C2423D7E-5901-001A-FD05-BDA9666B7761}" dt="2025-12-18T00:05:11.600" v="214" actId="20577"/>
        <pc:sldMkLst>
          <pc:docMk/>
          <pc:sldMk cId="1052985230" sldId="270"/>
        </pc:sldMkLst>
        <pc:spChg chg="mod">
          <ac:chgData name="Sorensen, Gavin Otto" userId="S::sorensgo7635@uwec.edu::2e7fc850-89ec-4ef7-b3b8-23d611d6152e" providerId="AD" clId="Web-{C2423D7E-5901-001A-FD05-BDA9666B7761}" dt="2025-12-18T00:03:26.476" v="84" actId="20577"/>
          <ac:spMkLst>
            <pc:docMk/>
            <pc:sldMk cId="1052985230" sldId="270"/>
            <ac:spMk id="2" creationId="{7D51D329-AC56-1FD0-20FB-C32863F6E5EB}"/>
          </ac:spMkLst>
        </pc:spChg>
        <pc:spChg chg="del">
          <ac:chgData name="Sorensen, Gavin Otto" userId="S::sorensgo7635@uwec.edu::2e7fc850-89ec-4ef7-b3b8-23d611d6152e" providerId="AD" clId="Web-{C2423D7E-5901-001A-FD05-BDA9666B7761}" dt="2025-12-18T00:00:50.728" v="15"/>
          <ac:spMkLst>
            <pc:docMk/>
            <pc:sldMk cId="1052985230" sldId="270"/>
            <ac:spMk id="3" creationId="{D13E2849-124C-8D69-1145-90637B70180C}"/>
          </ac:spMkLst>
        </pc:spChg>
        <pc:spChg chg="mod">
          <ac:chgData name="Sorensen, Gavin Otto" userId="S::sorensgo7635@uwec.edu::2e7fc850-89ec-4ef7-b3b8-23d611d6152e" providerId="AD" clId="Web-{C2423D7E-5901-001A-FD05-BDA9666B7761}" dt="2025-12-18T00:05:11.600" v="214" actId="20577"/>
          <ac:spMkLst>
            <pc:docMk/>
            <pc:sldMk cId="1052985230" sldId="270"/>
            <ac:spMk id="4" creationId="{9AF28587-B91A-C3B2-0C73-521405EB8B4C}"/>
          </ac:spMkLst>
        </pc:spChg>
        <pc:picChg chg="add mod ord">
          <ac:chgData name="Sorensen, Gavin Otto" userId="S::sorensgo7635@uwec.edu::2e7fc850-89ec-4ef7-b3b8-23d611d6152e" providerId="AD" clId="Web-{C2423D7E-5901-001A-FD05-BDA9666B7761}" dt="2025-12-18T00:00:55.493" v="16" actId="1076"/>
          <ac:picMkLst>
            <pc:docMk/>
            <pc:sldMk cId="1052985230" sldId="270"/>
            <ac:picMk id="5" creationId="{D62B3F33-B3B9-477D-C15A-0A678B689936}"/>
          </ac:picMkLst>
        </pc:picChg>
        <pc:picChg chg="add mod">
          <ac:chgData name="Sorensen, Gavin Otto" userId="S::sorensgo7635@uwec.edu::2e7fc850-89ec-4ef7-b3b8-23d611d6152e" providerId="AD" clId="Web-{C2423D7E-5901-001A-FD05-BDA9666B7761}" dt="2025-12-18T00:01:16.196" v="23" actId="14100"/>
          <ac:picMkLst>
            <pc:docMk/>
            <pc:sldMk cId="1052985230" sldId="270"/>
            <ac:picMk id="6" creationId="{01F63A6D-8E87-85A4-1F79-21AC1ACCF433}"/>
          </ac:picMkLst>
        </pc:picChg>
      </pc:sldChg>
      <pc:sldChg chg="modSp new">
        <pc:chgData name="Sorensen, Gavin Otto" userId="S::sorensgo7635@uwec.edu::2e7fc850-89ec-4ef7-b3b8-23d611d6152e" providerId="AD" clId="Web-{C2423D7E-5901-001A-FD05-BDA9666B7761}" dt="2025-12-18T00:11:23.786" v="390" actId="20577"/>
        <pc:sldMkLst>
          <pc:docMk/>
          <pc:sldMk cId="4151741588" sldId="280"/>
        </pc:sldMkLst>
        <pc:spChg chg="mod">
          <ac:chgData name="Sorensen, Gavin Otto" userId="S::sorensgo7635@uwec.edu::2e7fc850-89ec-4ef7-b3b8-23d611d6152e" providerId="AD" clId="Web-{C2423D7E-5901-001A-FD05-BDA9666B7761}" dt="2025-12-18T00:11:23.786" v="390" actId="20577"/>
          <ac:spMkLst>
            <pc:docMk/>
            <pc:sldMk cId="4151741588" sldId="280"/>
            <ac:spMk id="2" creationId="{15A4FBAF-87D6-AD6A-72A3-021736111B46}"/>
          </ac:spMkLst>
        </pc:spChg>
      </pc:sldChg>
    </pc:docChg>
  </pc:docChgLst>
  <pc:docChgLst>
    <pc:chgData name="Sorensen, Gavin Otto" userId="S::sorensgo7635@uwec.edu::2e7fc850-89ec-4ef7-b3b8-23d611d6152e" providerId="AD" clId="Web-{4293E567-C905-26A3-87AB-E750D53C8BE2}"/>
    <pc:docChg chg="addSld modSld sldOrd">
      <pc:chgData name="Sorensen, Gavin Otto" userId="S::sorensgo7635@uwec.edu::2e7fc850-89ec-4ef7-b3b8-23d611d6152e" providerId="AD" clId="Web-{4293E567-C905-26A3-87AB-E750D53C8BE2}" dt="2025-12-17T23:58:47.714" v="58" actId="1076"/>
      <pc:docMkLst>
        <pc:docMk/>
      </pc:docMkLst>
      <pc:sldChg chg="addSp delSp modSp">
        <pc:chgData name="Sorensen, Gavin Otto" userId="S::sorensgo7635@uwec.edu::2e7fc850-89ec-4ef7-b3b8-23d611d6152e" providerId="AD" clId="Web-{4293E567-C905-26A3-87AB-E750D53C8BE2}" dt="2025-12-17T23:53:20.165" v="34" actId="20577"/>
        <pc:sldMkLst>
          <pc:docMk/>
          <pc:sldMk cId="3862605970" sldId="264"/>
        </pc:sldMkLst>
        <pc:spChg chg="mod">
          <ac:chgData name="Sorensen, Gavin Otto" userId="S::sorensgo7635@uwec.edu::2e7fc850-89ec-4ef7-b3b8-23d611d6152e" providerId="AD" clId="Web-{4293E567-C905-26A3-87AB-E750D53C8BE2}" dt="2025-12-17T23:53:20.165" v="34" actId="20577"/>
          <ac:spMkLst>
            <pc:docMk/>
            <pc:sldMk cId="3862605970" sldId="264"/>
            <ac:spMk id="4" creationId="{8D2A9F8C-9E49-CC36-0442-CBC922466665}"/>
          </ac:spMkLst>
        </pc:spChg>
        <pc:spChg chg="del">
          <ac:chgData name="Sorensen, Gavin Otto" userId="S::sorensgo7635@uwec.edu::2e7fc850-89ec-4ef7-b3b8-23d611d6152e" providerId="AD" clId="Web-{4293E567-C905-26A3-87AB-E750D53C8BE2}" dt="2025-12-17T23:52:35.321" v="0"/>
          <ac:spMkLst>
            <pc:docMk/>
            <pc:sldMk cId="3862605970" sldId="264"/>
            <ac:spMk id="5" creationId="{51D4876B-080C-6039-48B7-723D89743EA0}"/>
          </ac:spMkLst>
        </pc:spChg>
        <pc:picChg chg="add mod ord">
          <ac:chgData name="Sorensen, Gavin Otto" userId="S::sorensgo7635@uwec.edu::2e7fc850-89ec-4ef7-b3b8-23d611d6152e" providerId="AD" clId="Web-{4293E567-C905-26A3-87AB-E750D53C8BE2}" dt="2025-12-17T23:52:48.431" v="4" actId="1076"/>
          <ac:picMkLst>
            <pc:docMk/>
            <pc:sldMk cId="3862605970" sldId="264"/>
            <ac:picMk id="3" creationId="{BBA5DB6A-81B4-761C-53E9-BAEEC191422B}"/>
          </ac:picMkLst>
        </pc:picChg>
      </pc:sldChg>
      <pc:sldChg chg="modSp new ord">
        <pc:chgData name="Sorensen, Gavin Otto" userId="S::sorensgo7635@uwec.edu::2e7fc850-89ec-4ef7-b3b8-23d611d6152e" providerId="AD" clId="Web-{4293E567-C905-26A3-87AB-E750D53C8BE2}" dt="2025-12-17T23:53:38.259" v="44" actId="20577"/>
        <pc:sldMkLst>
          <pc:docMk/>
          <pc:sldMk cId="1336771385" sldId="267"/>
        </pc:sldMkLst>
        <pc:spChg chg="mod">
          <ac:chgData name="Sorensen, Gavin Otto" userId="S::sorensgo7635@uwec.edu::2e7fc850-89ec-4ef7-b3b8-23d611d6152e" providerId="AD" clId="Web-{4293E567-C905-26A3-87AB-E750D53C8BE2}" dt="2025-12-17T23:53:38.259" v="44" actId="20577"/>
          <ac:spMkLst>
            <pc:docMk/>
            <pc:sldMk cId="1336771385" sldId="267"/>
            <ac:spMk id="2" creationId="{E8A8E0F5-D5AC-14AC-15D9-E2E5106B534F}"/>
          </ac:spMkLst>
        </pc:spChg>
      </pc:sldChg>
      <pc:sldChg chg="addSp delSp modSp new">
        <pc:chgData name="Sorensen, Gavin Otto" userId="S::sorensgo7635@uwec.edu::2e7fc850-89ec-4ef7-b3b8-23d611d6152e" providerId="AD" clId="Web-{4293E567-C905-26A3-87AB-E750D53C8BE2}" dt="2025-12-17T23:58:47.714" v="58" actId="1076"/>
        <pc:sldMkLst>
          <pc:docMk/>
          <pc:sldMk cId="565688499" sldId="268"/>
        </pc:sldMkLst>
        <pc:spChg chg="mod">
          <ac:chgData name="Sorensen, Gavin Otto" userId="S::sorensgo7635@uwec.edu::2e7fc850-89ec-4ef7-b3b8-23d611d6152e" providerId="AD" clId="Web-{4293E567-C905-26A3-87AB-E750D53C8BE2}" dt="2025-12-17T23:58:29.135" v="55" actId="20577"/>
          <ac:spMkLst>
            <pc:docMk/>
            <pc:sldMk cId="565688499" sldId="268"/>
            <ac:spMk id="2" creationId="{759B2858-A5C0-2C1A-6CC3-0F1B81D3D0AE}"/>
          </ac:spMkLst>
        </pc:spChg>
        <pc:spChg chg="del">
          <ac:chgData name="Sorensen, Gavin Otto" userId="S::sorensgo7635@uwec.edu::2e7fc850-89ec-4ef7-b3b8-23d611d6152e" providerId="AD" clId="Web-{4293E567-C905-26A3-87AB-E750D53C8BE2}" dt="2025-12-17T23:58:34.416" v="56"/>
          <ac:spMkLst>
            <pc:docMk/>
            <pc:sldMk cId="565688499" sldId="268"/>
            <ac:spMk id="3" creationId="{4171DC5E-D9E0-B393-A885-7BBF95E55A06}"/>
          </ac:spMkLst>
        </pc:spChg>
        <pc:picChg chg="add mod ord">
          <ac:chgData name="Sorensen, Gavin Otto" userId="S::sorensgo7635@uwec.edu::2e7fc850-89ec-4ef7-b3b8-23d611d6152e" providerId="AD" clId="Web-{4293E567-C905-26A3-87AB-E750D53C8BE2}" dt="2025-12-17T23:58:47.714" v="58" actId="1076"/>
          <ac:picMkLst>
            <pc:docMk/>
            <pc:sldMk cId="565688499" sldId="268"/>
            <ac:picMk id="5" creationId="{68EAEE67-F358-9105-4402-AB47473077D3}"/>
          </ac:picMkLst>
        </pc:picChg>
      </pc:sldChg>
    </pc:docChg>
  </pc:docChgLst>
  <pc:docChgLst>
    <pc:chgData name="Seehafer, Parker Daniel" userId="ae4adaed-a39a-43f8-91db-d03355f31fd1" providerId="ADAL" clId="{819C7937-D085-4ED3-9F51-B2FB7BE13451}"/>
    <pc:docChg chg="undo custSel addSld delSld modSld sldOrd">
      <pc:chgData name="Seehafer, Parker Daniel" userId="ae4adaed-a39a-43f8-91db-d03355f31fd1" providerId="ADAL" clId="{819C7937-D085-4ED3-9F51-B2FB7BE13451}" dt="2025-12-18T16:27:32.361" v="7346" actId="33524"/>
      <pc:docMkLst>
        <pc:docMk/>
      </pc:docMkLst>
      <pc:sldChg chg="modSp new mod">
        <pc:chgData name="Seehafer, Parker Daniel" userId="ae4adaed-a39a-43f8-91db-d03355f31fd1" providerId="ADAL" clId="{819C7937-D085-4ED3-9F51-B2FB7BE13451}" dt="2025-12-17T19:13:22.169" v="160" actId="20577"/>
        <pc:sldMkLst>
          <pc:docMk/>
          <pc:sldMk cId="1835107514" sldId="256"/>
        </pc:sldMkLst>
        <pc:spChg chg="mod">
          <ac:chgData name="Seehafer, Parker Daniel" userId="ae4adaed-a39a-43f8-91db-d03355f31fd1" providerId="ADAL" clId="{819C7937-D085-4ED3-9F51-B2FB7BE13451}" dt="2025-12-17T19:11:52.391" v="112" actId="20577"/>
          <ac:spMkLst>
            <pc:docMk/>
            <pc:sldMk cId="1835107514" sldId="256"/>
            <ac:spMk id="2" creationId="{41E4BB27-FE40-8D19-B9E9-28B2F3CF9EAA}"/>
          </ac:spMkLst>
        </pc:spChg>
        <pc:spChg chg="mod">
          <ac:chgData name="Seehafer, Parker Daniel" userId="ae4adaed-a39a-43f8-91db-d03355f31fd1" providerId="ADAL" clId="{819C7937-D085-4ED3-9F51-B2FB7BE13451}" dt="2025-12-17T19:13:22.169" v="160" actId="20577"/>
          <ac:spMkLst>
            <pc:docMk/>
            <pc:sldMk cId="1835107514" sldId="256"/>
            <ac:spMk id="3" creationId="{78E5D4FF-1192-0C8C-901B-3166025559F4}"/>
          </ac:spMkLst>
        </pc:spChg>
      </pc:sldChg>
      <pc:sldChg chg="addSp modSp new mod setBg">
        <pc:chgData name="Seehafer, Parker Daniel" userId="ae4adaed-a39a-43f8-91db-d03355f31fd1" providerId="ADAL" clId="{819C7937-D085-4ED3-9F51-B2FB7BE13451}" dt="2025-12-17T19:26:44.016" v="741" actId="26606"/>
        <pc:sldMkLst>
          <pc:docMk/>
          <pc:sldMk cId="1991460521" sldId="257"/>
        </pc:sldMkLst>
        <pc:spChg chg="mod">
          <ac:chgData name="Seehafer, Parker Daniel" userId="ae4adaed-a39a-43f8-91db-d03355f31fd1" providerId="ADAL" clId="{819C7937-D085-4ED3-9F51-B2FB7BE13451}" dt="2025-12-17T19:26:44.016" v="741" actId="26606"/>
          <ac:spMkLst>
            <pc:docMk/>
            <pc:sldMk cId="1991460521" sldId="257"/>
            <ac:spMk id="2" creationId="{CB79FFF8-D671-96B8-095F-1692E0C700D1}"/>
          </ac:spMkLst>
        </pc:spChg>
        <pc:spChg chg="mod">
          <ac:chgData name="Seehafer, Parker Daniel" userId="ae4adaed-a39a-43f8-91db-d03355f31fd1" providerId="ADAL" clId="{819C7937-D085-4ED3-9F51-B2FB7BE13451}" dt="2025-12-17T19:26:44.016" v="741" actId="26606"/>
          <ac:spMkLst>
            <pc:docMk/>
            <pc:sldMk cId="1991460521" sldId="257"/>
            <ac:spMk id="3" creationId="{B16717F9-B777-93EE-9315-DF6615C82016}"/>
          </ac:spMkLst>
        </pc:spChg>
        <pc:spChg chg="add">
          <ac:chgData name="Seehafer, Parker Daniel" userId="ae4adaed-a39a-43f8-91db-d03355f31fd1" providerId="ADAL" clId="{819C7937-D085-4ED3-9F51-B2FB7BE13451}" dt="2025-12-17T19:26:44.016" v="741" actId="26606"/>
          <ac:spMkLst>
            <pc:docMk/>
            <pc:sldMk cId="1991460521" sldId="257"/>
            <ac:spMk id="8" creationId="{80516254-1D9F-4F3A-9870-3A3280BE2BFE}"/>
          </ac:spMkLst>
        </pc:spChg>
        <pc:spChg chg="add">
          <ac:chgData name="Seehafer, Parker Daniel" userId="ae4adaed-a39a-43f8-91db-d03355f31fd1" providerId="ADAL" clId="{819C7937-D085-4ED3-9F51-B2FB7BE13451}" dt="2025-12-17T19:26:44.016" v="741" actId="26606"/>
          <ac:spMkLst>
            <pc:docMk/>
            <pc:sldMk cId="1991460521" sldId="257"/>
            <ac:spMk id="10" creationId="{FC14672B-27A5-4CDA-ABAF-5E4CF4B41C23}"/>
          </ac:spMkLst>
        </pc:spChg>
        <pc:spChg chg="add">
          <ac:chgData name="Seehafer, Parker Daniel" userId="ae4adaed-a39a-43f8-91db-d03355f31fd1" providerId="ADAL" clId="{819C7937-D085-4ED3-9F51-B2FB7BE13451}" dt="2025-12-17T19:26:44.016" v="741" actId="26606"/>
          <ac:spMkLst>
            <pc:docMk/>
            <pc:sldMk cId="1991460521" sldId="257"/>
            <ac:spMk id="14" creationId="{9A206779-5C74-4555-94BC-5845C92EC3A8}"/>
          </ac:spMkLst>
        </pc:spChg>
        <pc:cxnChg chg="add">
          <ac:chgData name="Seehafer, Parker Daniel" userId="ae4adaed-a39a-43f8-91db-d03355f31fd1" providerId="ADAL" clId="{819C7937-D085-4ED3-9F51-B2FB7BE13451}" dt="2025-12-17T19:26:44.016" v="741" actId="26606"/>
          <ac:cxnSpMkLst>
            <pc:docMk/>
            <pc:sldMk cId="1991460521" sldId="257"/>
            <ac:cxnSpMk id="12" creationId="{8D89589C-2C90-4407-A995-05EC3DD7AB14}"/>
          </ac:cxnSpMkLst>
        </pc:cxnChg>
      </pc:sldChg>
      <pc:sldChg chg="new del">
        <pc:chgData name="Seehafer, Parker Daniel" userId="ae4adaed-a39a-43f8-91db-d03355f31fd1" providerId="ADAL" clId="{819C7937-D085-4ED3-9F51-B2FB7BE13451}" dt="2025-12-17T19:22:26.220" v="162" actId="2696"/>
        <pc:sldMkLst>
          <pc:docMk/>
          <pc:sldMk cId="2911577845" sldId="257"/>
        </pc:sldMkLst>
      </pc:sldChg>
      <pc:sldChg chg="addSp modSp new mod setBg">
        <pc:chgData name="Seehafer, Parker Daniel" userId="ae4adaed-a39a-43f8-91db-d03355f31fd1" providerId="ADAL" clId="{819C7937-D085-4ED3-9F51-B2FB7BE13451}" dt="2025-12-17T19:41:16.199" v="1543" actId="20577"/>
        <pc:sldMkLst>
          <pc:docMk/>
          <pc:sldMk cId="1881373029" sldId="258"/>
        </pc:sldMkLst>
        <pc:spChg chg="mod">
          <ac:chgData name="Seehafer, Parker Daniel" userId="ae4adaed-a39a-43f8-91db-d03355f31fd1" providerId="ADAL" clId="{819C7937-D085-4ED3-9F51-B2FB7BE13451}" dt="2025-12-17T19:32:38.919" v="1374" actId="26606"/>
          <ac:spMkLst>
            <pc:docMk/>
            <pc:sldMk cId="1881373029" sldId="258"/>
            <ac:spMk id="2" creationId="{DD4F721B-B4DA-63E2-389B-0639D6DC12F5}"/>
          </ac:spMkLst>
        </pc:spChg>
        <pc:spChg chg="mod ord">
          <ac:chgData name="Seehafer, Parker Daniel" userId="ae4adaed-a39a-43f8-91db-d03355f31fd1" providerId="ADAL" clId="{819C7937-D085-4ED3-9F51-B2FB7BE13451}" dt="2025-12-17T19:41:16.199" v="1543" actId="20577"/>
          <ac:spMkLst>
            <pc:docMk/>
            <pc:sldMk cId="1881373029" sldId="258"/>
            <ac:spMk id="3" creationId="{DC925357-7497-A031-EBBA-40499A7D4709}"/>
          </ac:spMkLst>
        </pc:spChg>
        <pc:spChg chg="add mod">
          <ac:chgData name="Seehafer, Parker Daniel" userId="ae4adaed-a39a-43f8-91db-d03355f31fd1" providerId="ADAL" clId="{819C7937-D085-4ED3-9F51-B2FB7BE13451}" dt="2025-12-17T19:32:38.919" v="1374" actId="26606"/>
          <ac:spMkLst>
            <pc:docMk/>
            <pc:sldMk cId="1881373029" sldId="258"/>
            <ac:spMk id="6" creationId="{F8F7D2BB-2CC7-C0BF-78DA-7C81A043043C}"/>
          </ac:spMkLst>
        </pc:spChg>
        <pc:spChg chg="add">
          <ac:chgData name="Seehafer, Parker Daniel" userId="ae4adaed-a39a-43f8-91db-d03355f31fd1" providerId="ADAL" clId="{819C7937-D085-4ED3-9F51-B2FB7BE13451}" dt="2025-12-17T19:32:38.919" v="1374" actId="26606"/>
          <ac:spMkLst>
            <pc:docMk/>
            <pc:sldMk cId="1881373029" sldId="258"/>
            <ac:spMk id="11" creationId="{B5DC95B7-2A72-483B-BA19-2BE751205541}"/>
          </ac:spMkLst>
        </pc:spChg>
        <pc:spChg chg="add">
          <ac:chgData name="Seehafer, Parker Daniel" userId="ae4adaed-a39a-43f8-91db-d03355f31fd1" providerId="ADAL" clId="{819C7937-D085-4ED3-9F51-B2FB7BE13451}" dt="2025-12-17T19:32:38.919" v="1374" actId="26606"/>
          <ac:spMkLst>
            <pc:docMk/>
            <pc:sldMk cId="1881373029" sldId="258"/>
            <ac:spMk id="13" creationId="{1C822AFE-7E96-4A51-9E55-FCAEACD21357}"/>
          </ac:spMkLst>
        </pc:spChg>
        <pc:spChg chg="add">
          <ac:chgData name="Seehafer, Parker Daniel" userId="ae4adaed-a39a-43f8-91db-d03355f31fd1" providerId="ADAL" clId="{819C7937-D085-4ED3-9F51-B2FB7BE13451}" dt="2025-12-17T19:32:38.919" v="1374" actId="26606"/>
          <ac:spMkLst>
            <pc:docMk/>
            <pc:sldMk cId="1881373029" sldId="258"/>
            <ac:spMk id="15" creationId="{9169EA61-C175-4B7E-807B-58199DEA7FB3}"/>
          </ac:spMkLst>
        </pc:spChg>
        <pc:picChg chg="add mod">
          <ac:chgData name="Seehafer, Parker Daniel" userId="ae4adaed-a39a-43f8-91db-d03355f31fd1" providerId="ADAL" clId="{819C7937-D085-4ED3-9F51-B2FB7BE13451}" dt="2025-12-17T19:32:38.919" v="1374" actId="26606"/>
          <ac:picMkLst>
            <pc:docMk/>
            <pc:sldMk cId="1881373029" sldId="258"/>
            <ac:picMk id="5" creationId="{7D01664B-E68A-91F9-1B2B-E321D13A0316}"/>
          </ac:picMkLst>
        </pc:picChg>
      </pc:sldChg>
      <pc:sldChg chg="addSp delSp modSp new mod setBg">
        <pc:chgData name="Seehafer, Parker Daniel" userId="ae4adaed-a39a-43f8-91db-d03355f31fd1" providerId="ADAL" clId="{819C7937-D085-4ED3-9F51-B2FB7BE13451}" dt="2025-12-17T19:44:54.989" v="2080" actId="26606"/>
        <pc:sldMkLst>
          <pc:docMk/>
          <pc:sldMk cId="4120703477" sldId="259"/>
        </pc:sldMkLst>
        <pc:spChg chg="mod">
          <ac:chgData name="Seehafer, Parker Daniel" userId="ae4adaed-a39a-43f8-91db-d03355f31fd1" providerId="ADAL" clId="{819C7937-D085-4ED3-9F51-B2FB7BE13451}" dt="2025-12-17T19:44:54.989" v="2080" actId="26606"/>
          <ac:spMkLst>
            <pc:docMk/>
            <pc:sldMk cId="4120703477" sldId="259"/>
            <ac:spMk id="2" creationId="{00C0BB5C-F43A-8923-2607-B0866D70CD6D}"/>
          </ac:spMkLst>
        </pc:spChg>
        <pc:spChg chg="del mod">
          <ac:chgData name="Seehafer, Parker Daniel" userId="ae4adaed-a39a-43f8-91db-d03355f31fd1" providerId="ADAL" clId="{819C7937-D085-4ED3-9F51-B2FB7BE13451}" dt="2025-12-17T19:44:54.989" v="2080" actId="26606"/>
          <ac:spMkLst>
            <pc:docMk/>
            <pc:sldMk cId="4120703477" sldId="259"/>
            <ac:spMk id="3" creationId="{EE83CB9A-C82E-1217-776F-D4C08994895E}"/>
          </ac:spMkLst>
        </pc:spChg>
        <pc:spChg chg="add">
          <ac:chgData name="Seehafer, Parker Daniel" userId="ae4adaed-a39a-43f8-91db-d03355f31fd1" providerId="ADAL" clId="{819C7937-D085-4ED3-9F51-B2FB7BE13451}" dt="2025-12-17T19:44:54.989" v="2080" actId="26606"/>
          <ac:spMkLst>
            <pc:docMk/>
            <pc:sldMk cId="4120703477" sldId="259"/>
            <ac:spMk id="9" creationId="{A652E5D6-E378-4614-BCBD-8663DD15B353}"/>
          </ac:spMkLst>
        </pc:spChg>
        <pc:spChg chg="add">
          <ac:chgData name="Seehafer, Parker Daniel" userId="ae4adaed-a39a-43f8-91db-d03355f31fd1" providerId="ADAL" clId="{819C7937-D085-4ED3-9F51-B2FB7BE13451}" dt="2025-12-17T19:44:54.989" v="2080" actId="26606"/>
          <ac:spMkLst>
            <pc:docMk/>
            <pc:sldMk cId="4120703477" sldId="259"/>
            <ac:spMk id="11" creationId="{3A287AC3-AACF-4ADB-9F73-125E714D93CD}"/>
          </ac:spMkLst>
        </pc:spChg>
        <pc:graphicFrameChg chg="add">
          <ac:chgData name="Seehafer, Parker Daniel" userId="ae4adaed-a39a-43f8-91db-d03355f31fd1" providerId="ADAL" clId="{819C7937-D085-4ED3-9F51-B2FB7BE13451}" dt="2025-12-17T19:44:54.989" v="2080" actId="26606"/>
          <ac:graphicFrameMkLst>
            <pc:docMk/>
            <pc:sldMk cId="4120703477" sldId="259"/>
            <ac:graphicFrameMk id="5" creationId="{76B8ADB5-213C-4C5A-374F-7C70A06CD52A}"/>
          </ac:graphicFrameMkLst>
        </pc:graphicFrameChg>
      </pc:sldChg>
      <pc:sldChg chg="modSp new del mod">
        <pc:chgData name="Seehafer, Parker Daniel" userId="ae4adaed-a39a-43f8-91db-d03355f31fd1" providerId="ADAL" clId="{819C7937-D085-4ED3-9F51-B2FB7BE13451}" dt="2025-12-17T20:26:15.772" v="2424" actId="2696"/>
        <pc:sldMkLst>
          <pc:docMk/>
          <pc:sldMk cId="928821093" sldId="260"/>
        </pc:sldMkLst>
        <pc:spChg chg="mod">
          <ac:chgData name="Seehafer, Parker Daniel" userId="ae4adaed-a39a-43f8-91db-d03355f31fd1" providerId="ADAL" clId="{819C7937-D085-4ED3-9F51-B2FB7BE13451}" dt="2025-12-17T20:20:49.134" v="2082" actId="20577"/>
          <ac:spMkLst>
            <pc:docMk/>
            <pc:sldMk cId="928821093" sldId="260"/>
            <ac:spMk id="2" creationId="{8C788BCD-D671-22E4-5302-CD81DB3936DE}"/>
          </ac:spMkLst>
        </pc:spChg>
      </pc:sldChg>
      <pc:sldChg chg="addSp delSp modSp new del mod setBg">
        <pc:chgData name="Seehafer, Parker Daniel" userId="ae4adaed-a39a-43f8-91db-d03355f31fd1" providerId="ADAL" clId="{819C7937-D085-4ED3-9F51-B2FB7BE13451}" dt="2025-12-18T00:03:44.210" v="3718" actId="47"/>
        <pc:sldMkLst>
          <pc:docMk/>
          <pc:sldMk cId="4101107949" sldId="261"/>
        </pc:sldMkLst>
        <pc:spChg chg="mod">
          <ac:chgData name="Seehafer, Parker Daniel" userId="ae4adaed-a39a-43f8-91db-d03355f31fd1" providerId="ADAL" clId="{819C7937-D085-4ED3-9F51-B2FB7BE13451}" dt="2025-12-17T20:52:42.702" v="2972" actId="26606"/>
          <ac:spMkLst>
            <pc:docMk/>
            <pc:sldMk cId="4101107949" sldId="261"/>
            <ac:spMk id="2" creationId="{FB048908-9EBA-1994-CC1E-A55CFC55DD1B}"/>
          </ac:spMkLst>
        </pc:spChg>
        <pc:spChg chg="del">
          <ac:chgData name="Seehafer, Parker Daniel" userId="ae4adaed-a39a-43f8-91db-d03355f31fd1" providerId="ADAL" clId="{819C7937-D085-4ED3-9F51-B2FB7BE13451}" dt="2025-12-17T20:23:50.722" v="2084" actId="931"/>
          <ac:spMkLst>
            <pc:docMk/>
            <pc:sldMk cId="4101107949" sldId="261"/>
            <ac:spMk id="3" creationId="{26DD9EDF-1C9D-88B2-0622-C097D35FB6FD}"/>
          </ac:spMkLst>
        </pc:spChg>
        <pc:spChg chg="mod">
          <ac:chgData name="Seehafer, Parker Daniel" userId="ae4adaed-a39a-43f8-91db-d03355f31fd1" providerId="ADAL" clId="{819C7937-D085-4ED3-9F51-B2FB7BE13451}" dt="2025-12-17T20:52:42.702" v="2972" actId="26606"/>
          <ac:spMkLst>
            <pc:docMk/>
            <pc:sldMk cId="4101107949" sldId="261"/>
            <ac:spMk id="4" creationId="{80D1294F-EF87-7DA6-8BFD-3FDBAAB8A38C}"/>
          </ac:spMkLst>
        </pc:spChg>
        <pc:spChg chg="add del">
          <ac:chgData name="Seehafer, Parker Daniel" userId="ae4adaed-a39a-43f8-91db-d03355f31fd1" providerId="ADAL" clId="{819C7937-D085-4ED3-9F51-B2FB7BE13451}" dt="2025-12-17T20:26:22.221" v="2425" actId="26606"/>
          <ac:spMkLst>
            <pc:docMk/>
            <pc:sldMk cId="4101107949" sldId="261"/>
            <ac:spMk id="11" creationId="{4F645BF8-7885-4398-80BC-4C0DF24F5CEE}"/>
          </ac:spMkLst>
        </pc:spChg>
        <pc:spChg chg="add del">
          <ac:chgData name="Seehafer, Parker Daniel" userId="ae4adaed-a39a-43f8-91db-d03355f31fd1" providerId="ADAL" clId="{819C7937-D085-4ED3-9F51-B2FB7BE13451}" dt="2025-12-17T20:26:22.221" v="2425" actId="26606"/>
          <ac:spMkLst>
            <pc:docMk/>
            <pc:sldMk cId="4101107949" sldId="261"/>
            <ac:spMk id="13" creationId="{3212FB65-CD2B-4005-B910-132DCE19FCC7}"/>
          </ac:spMkLst>
        </pc:spChg>
        <pc:spChg chg="add del">
          <ac:chgData name="Seehafer, Parker Daniel" userId="ae4adaed-a39a-43f8-91db-d03355f31fd1" providerId="ADAL" clId="{819C7937-D085-4ED3-9F51-B2FB7BE13451}" dt="2025-12-17T20:26:22.221" v="2425" actId="26606"/>
          <ac:spMkLst>
            <pc:docMk/>
            <pc:sldMk cId="4101107949" sldId="261"/>
            <ac:spMk id="15" creationId="{B5DC95B7-2A72-483B-BA19-2BE751205541}"/>
          </ac:spMkLst>
        </pc:spChg>
        <pc:spChg chg="add del">
          <ac:chgData name="Seehafer, Parker Daniel" userId="ae4adaed-a39a-43f8-91db-d03355f31fd1" providerId="ADAL" clId="{819C7937-D085-4ED3-9F51-B2FB7BE13451}" dt="2025-12-17T20:26:22.221" v="2425" actId="26606"/>
          <ac:spMkLst>
            <pc:docMk/>
            <pc:sldMk cId="4101107949" sldId="261"/>
            <ac:spMk id="17" creationId="{1C822AFE-7E96-4A51-9E55-FCAEACD21357}"/>
          </ac:spMkLst>
        </pc:spChg>
        <pc:spChg chg="add del">
          <ac:chgData name="Seehafer, Parker Daniel" userId="ae4adaed-a39a-43f8-91db-d03355f31fd1" providerId="ADAL" clId="{819C7937-D085-4ED3-9F51-B2FB7BE13451}" dt="2025-12-17T20:26:22.221" v="2425" actId="26606"/>
          <ac:spMkLst>
            <pc:docMk/>
            <pc:sldMk cId="4101107949" sldId="261"/>
            <ac:spMk id="19" creationId="{9169EA61-C175-4B7E-807B-58199DEA7FB3}"/>
          </ac:spMkLst>
        </pc:spChg>
        <pc:spChg chg="add del">
          <ac:chgData name="Seehafer, Parker Daniel" userId="ae4adaed-a39a-43f8-91db-d03355f31fd1" providerId="ADAL" clId="{819C7937-D085-4ED3-9F51-B2FB7BE13451}" dt="2025-12-17T20:52:42.706" v="2973" actId="26606"/>
          <ac:spMkLst>
            <pc:docMk/>
            <pc:sldMk cId="4101107949" sldId="261"/>
            <ac:spMk id="24" creationId="{4F645BF8-7885-4398-80BC-4C0DF24F5CEE}"/>
          </ac:spMkLst>
        </pc:spChg>
        <pc:spChg chg="add del">
          <ac:chgData name="Seehafer, Parker Daniel" userId="ae4adaed-a39a-43f8-91db-d03355f31fd1" providerId="ADAL" clId="{819C7937-D085-4ED3-9F51-B2FB7BE13451}" dt="2025-12-17T20:52:42.706" v="2973" actId="26606"/>
          <ac:spMkLst>
            <pc:docMk/>
            <pc:sldMk cId="4101107949" sldId="261"/>
            <ac:spMk id="26" creationId="{3212FB65-CD2B-4005-B910-132DCE19FCC7}"/>
          </ac:spMkLst>
        </pc:spChg>
        <pc:spChg chg="add del">
          <ac:chgData name="Seehafer, Parker Daniel" userId="ae4adaed-a39a-43f8-91db-d03355f31fd1" providerId="ADAL" clId="{819C7937-D085-4ED3-9F51-B2FB7BE13451}" dt="2025-12-17T20:52:42.706" v="2973" actId="26606"/>
          <ac:spMkLst>
            <pc:docMk/>
            <pc:sldMk cId="4101107949" sldId="261"/>
            <ac:spMk id="28" creationId="{A35CBD63-8F8F-47DC-9CE7-159E6161D872}"/>
          </ac:spMkLst>
        </pc:spChg>
        <pc:spChg chg="add del">
          <ac:chgData name="Seehafer, Parker Daniel" userId="ae4adaed-a39a-43f8-91db-d03355f31fd1" providerId="ADAL" clId="{819C7937-D085-4ED3-9F51-B2FB7BE13451}" dt="2025-12-17T20:52:42.706" v="2973" actId="26606"/>
          <ac:spMkLst>
            <pc:docMk/>
            <pc:sldMk cId="4101107949" sldId="261"/>
            <ac:spMk id="30" creationId="{CA0E3486-FD49-4921-B4F4-E5BB5C88AC79}"/>
          </ac:spMkLst>
        </pc:spChg>
        <pc:spChg chg="add del">
          <ac:chgData name="Seehafer, Parker Daniel" userId="ae4adaed-a39a-43f8-91db-d03355f31fd1" providerId="ADAL" clId="{819C7937-D085-4ED3-9F51-B2FB7BE13451}" dt="2025-12-17T20:52:42.706" v="2973" actId="26606"/>
          <ac:spMkLst>
            <pc:docMk/>
            <pc:sldMk cId="4101107949" sldId="261"/>
            <ac:spMk id="32" creationId="{83B4A72C-2924-4CE2-8674-7E02E182ED6D}"/>
          </ac:spMkLst>
        </pc:spChg>
        <pc:spChg chg="add del">
          <ac:chgData name="Seehafer, Parker Daniel" userId="ae4adaed-a39a-43f8-91db-d03355f31fd1" providerId="ADAL" clId="{819C7937-D085-4ED3-9F51-B2FB7BE13451}" dt="2025-12-17T20:52:42.702" v="2972" actId="26606"/>
          <ac:spMkLst>
            <pc:docMk/>
            <pc:sldMk cId="4101107949" sldId="261"/>
            <ac:spMk id="37" creationId="{4F645BF8-7885-4398-80BC-4C0DF24F5CEE}"/>
          </ac:spMkLst>
        </pc:spChg>
        <pc:spChg chg="add del">
          <ac:chgData name="Seehafer, Parker Daniel" userId="ae4adaed-a39a-43f8-91db-d03355f31fd1" providerId="ADAL" clId="{819C7937-D085-4ED3-9F51-B2FB7BE13451}" dt="2025-12-17T20:52:42.702" v="2972" actId="26606"/>
          <ac:spMkLst>
            <pc:docMk/>
            <pc:sldMk cId="4101107949" sldId="261"/>
            <ac:spMk id="39" creationId="{3212FB65-CD2B-4005-B910-132DCE19FCC7}"/>
          </ac:spMkLst>
        </pc:spChg>
        <pc:spChg chg="add del">
          <ac:chgData name="Seehafer, Parker Daniel" userId="ae4adaed-a39a-43f8-91db-d03355f31fd1" providerId="ADAL" clId="{819C7937-D085-4ED3-9F51-B2FB7BE13451}" dt="2025-12-17T20:52:42.702" v="2972" actId="26606"/>
          <ac:spMkLst>
            <pc:docMk/>
            <pc:sldMk cId="4101107949" sldId="261"/>
            <ac:spMk id="41" creationId="{681577AD-DA5F-48B3-8FB9-5199BA9EE681}"/>
          </ac:spMkLst>
        </pc:spChg>
        <pc:spChg chg="add">
          <ac:chgData name="Seehafer, Parker Daniel" userId="ae4adaed-a39a-43f8-91db-d03355f31fd1" providerId="ADAL" clId="{819C7937-D085-4ED3-9F51-B2FB7BE13451}" dt="2025-12-17T20:52:42.706" v="2973" actId="26606"/>
          <ac:spMkLst>
            <pc:docMk/>
            <pc:sldMk cId="4101107949" sldId="261"/>
            <ac:spMk id="43" creationId="{CA0E3486-FD49-4921-B4F4-E5BB5C88AC79}"/>
          </ac:spMkLst>
        </pc:spChg>
        <pc:spChg chg="add">
          <ac:chgData name="Seehafer, Parker Daniel" userId="ae4adaed-a39a-43f8-91db-d03355f31fd1" providerId="ADAL" clId="{819C7937-D085-4ED3-9F51-B2FB7BE13451}" dt="2025-12-17T20:52:42.706" v="2973" actId="26606"/>
          <ac:spMkLst>
            <pc:docMk/>
            <pc:sldMk cId="4101107949" sldId="261"/>
            <ac:spMk id="44" creationId="{4F645BF8-7885-4398-80BC-4C0DF24F5CEE}"/>
          </ac:spMkLst>
        </pc:spChg>
        <pc:spChg chg="add">
          <ac:chgData name="Seehafer, Parker Daniel" userId="ae4adaed-a39a-43f8-91db-d03355f31fd1" providerId="ADAL" clId="{819C7937-D085-4ED3-9F51-B2FB7BE13451}" dt="2025-12-17T20:52:42.706" v="2973" actId="26606"/>
          <ac:spMkLst>
            <pc:docMk/>
            <pc:sldMk cId="4101107949" sldId="261"/>
            <ac:spMk id="45" creationId="{83B4A72C-2924-4CE2-8674-7E02E182ED6D}"/>
          </ac:spMkLst>
        </pc:spChg>
        <pc:spChg chg="add">
          <ac:chgData name="Seehafer, Parker Daniel" userId="ae4adaed-a39a-43f8-91db-d03355f31fd1" providerId="ADAL" clId="{819C7937-D085-4ED3-9F51-B2FB7BE13451}" dt="2025-12-17T20:52:42.706" v="2973" actId="26606"/>
          <ac:spMkLst>
            <pc:docMk/>
            <pc:sldMk cId="4101107949" sldId="261"/>
            <ac:spMk id="46" creationId="{3212FB65-CD2B-4005-B910-132DCE19FCC7}"/>
          </ac:spMkLst>
        </pc:spChg>
        <pc:spChg chg="add">
          <ac:chgData name="Seehafer, Parker Daniel" userId="ae4adaed-a39a-43f8-91db-d03355f31fd1" providerId="ADAL" clId="{819C7937-D085-4ED3-9F51-B2FB7BE13451}" dt="2025-12-17T20:52:42.706" v="2973" actId="26606"/>
          <ac:spMkLst>
            <pc:docMk/>
            <pc:sldMk cId="4101107949" sldId="261"/>
            <ac:spMk id="47" creationId="{A35CBD63-8F8F-47DC-9CE7-159E6161D872}"/>
          </ac:spMkLst>
        </pc:spChg>
        <pc:picChg chg="add mod">
          <ac:chgData name="Seehafer, Parker Daniel" userId="ae4adaed-a39a-43f8-91db-d03355f31fd1" providerId="ADAL" clId="{819C7937-D085-4ED3-9F51-B2FB7BE13451}" dt="2025-12-17T20:23:54.690" v="2087" actId="26606"/>
          <ac:picMkLst>
            <pc:docMk/>
            <pc:sldMk cId="4101107949" sldId="261"/>
            <ac:picMk id="6" creationId="{E78926F2-A796-1222-B621-18C7AF19F826}"/>
          </ac:picMkLst>
        </pc:picChg>
      </pc:sldChg>
      <pc:sldChg chg="addSp delSp modSp new mod">
        <pc:chgData name="Seehafer, Parker Daniel" userId="ae4adaed-a39a-43f8-91db-d03355f31fd1" providerId="ADAL" clId="{819C7937-D085-4ED3-9F51-B2FB7BE13451}" dt="2025-12-18T00:03:27.316" v="3717" actId="20577"/>
        <pc:sldMkLst>
          <pc:docMk/>
          <pc:sldMk cId="2484220356" sldId="262"/>
        </pc:sldMkLst>
        <pc:spChg chg="mod">
          <ac:chgData name="Seehafer, Parker Daniel" userId="ae4adaed-a39a-43f8-91db-d03355f31fd1" providerId="ADAL" clId="{819C7937-D085-4ED3-9F51-B2FB7BE13451}" dt="2025-12-17T20:33:27.047" v="2766" actId="20577"/>
          <ac:spMkLst>
            <pc:docMk/>
            <pc:sldMk cId="2484220356" sldId="262"/>
            <ac:spMk id="2" creationId="{AF6FAB7C-93FD-491B-DDB1-36ACC50CD81F}"/>
          </ac:spMkLst>
        </pc:spChg>
        <pc:spChg chg="del">
          <ac:chgData name="Seehafer, Parker Daniel" userId="ae4adaed-a39a-43f8-91db-d03355f31fd1" providerId="ADAL" clId="{819C7937-D085-4ED3-9F51-B2FB7BE13451}" dt="2025-12-17T20:34:30.771" v="2767" actId="931"/>
          <ac:spMkLst>
            <pc:docMk/>
            <pc:sldMk cId="2484220356" sldId="262"/>
            <ac:spMk id="3" creationId="{5C2EA236-4A2A-8CFC-0B44-D8FB9B1E8B63}"/>
          </ac:spMkLst>
        </pc:spChg>
        <pc:spChg chg="mod">
          <ac:chgData name="Seehafer, Parker Daniel" userId="ae4adaed-a39a-43f8-91db-d03355f31fd1" providerId="ADAL" clId="{819C7937-D085-4ED3-9F51-B2FB7BE13451}" dt="2025-12-18T00:03:27.316" v="3717" actId="20577"/>
          <ac:spMkLst>
            <pc:docMk/>
            <pc:sldMk cId="2484220356" sldId="262"/>
            <ac:spMk id="4" creationId="{8D63BDED-E5E5-1356-B079-97696BA18D27}"/>
          </ac:spMkLst>
        </pc:spChg>
        <pc:picChg chg="add mod">
          <ac:chgData name="Seehafer, Parker Daniel" userId="ae4adaed-a39a-43f8-91db-d03355f31fd1" providerId="ADAL" clId="{819C7937-D085-4ED3-9F51-B2FB7BE13451}" dt="2025-12-17T20:34:31.664" v="2769" actId="962"/>
          <ac:picMkLst>
            <pc:docMk/>
            <pc:sldMk cId="2484220356" sldId="262"/>
            <ac:picMk id="6" creationId="{47C04FA6-3968-F1A1-51DB-BE0DAF9812B6}"/>
          </ac:picMkLst>
        </pc:picChg>
      </pc:sldChg>
      <pc:sldChg chg="modSp new del mod">
        <pc:chgData name="Seehafer, Parker Daniel" userId="ae4adaed-a39a-43f8-91db-d03355f31fd1" providerId="ADAL" clId="{819C7937-D085-4ED3-9F51-B2FB7BE13451}" dt="2025-12-17T20:33:15.853" v="2741" actId="2696"/>
        <pc:sldMkLst>
          <pc:docMk/>
          <pc:sldMk cId="2857543398" sldId="262"/>
        </pc:sldMkLst>
        <pc:spChg chg="mod">
          <ac:chgData name="Seehafer, Parker Daniel" userId="ae4adaed-a39a-43f8-91db-d03355f31fd1" providerId="ADAL" clId="{819C7937-D085-4ED3-9F51-B2FB7BE13451}" dt="2025-12-17T20:33:10.927" v="2740" actId="20577"/>
          <ac:spMkLst>
            <pc:docMk/>
            <pc:sldMk cId="2857543398" sldId="262"/>
            <ac:spMk id="2" creationId="{15E563CA-4B75-F272-83ED-8AC7F2E90A04}"/>
          </ac:spMkLst>
        </pc:spChg>
      </pc:sldChg>
      <pc:sldChg chg="addSp delSp modSp new mod ord setBg">
        <pc:chgData name="Seehafer, Parker Daniel" userId="ae4adaed-a39a-43f8-91db-d03355f31fd1" providerId="ADAL" clId="{819C7937-D085-4ED3-9F51-B2FB7BE13451}" dt="2025-12-18T00:03:20.721" v="3716" actId="20577"/>
        <pc:sldMkLst>
          <pc:docMk/>
          <pc:sldMk cId="2737379094" sldId="263"/>
        </pc:sldMkLst>
        <pc:spChg chg="mod">
          <ac:chgData name="Seehafer, Parker Daniel" userId="ae4adaed-a39a-43f8-91db-d03355f31fd1" providerId="ADAL" clId="{819C7937-D085-4ED3-9F51-B2FB7BE13451}" dt="2025-12-17T20:47:20.505" v="2859" actId="26606"/>
          <ac:spMkLst>
            <pc:docMk/>
            <pc:sldMk cId="2737379094" sldId="263"/>
            <ac:spMk id="2" creationId="{FF02FA18-BDD6-876E-2E84-701B4449162A}"/>
          </ac:spMkLst>
        </pc:spChg>
        <pc:spChg chg="del">
          <ac:chgData name="Seehafer, Parker Daniel" userId="ae4adaed-a39a-43f8-91db-d03355f31fd1" providerId="ADAL" clId="{819C7937-D085-4ED3-9F51-B2FB7BE13451}" dt="2025-12-17T20:35:28.275" v="2771" actId="931"/>
          <ac:spMkLst>
            <pc:docMk/>
            <pc:sldMk cId="2737379094" sldId="263"/>
            <ac:spMk id="3" creationId="{BC2E3023-A27F-C1E3-1B5F-33026944298F}"/>
          </ac:spMkLst>
        </pc:spChg>
        <pc:spChg chg="mod">
          <ac:chgData name="Seehafer, Parker Daniel" userId="ae4adaed-a39a-43f8-91db-d03355f31fd1" providerId="ADAL" clId="{819C7937-D085-4ED3-9F51-B2FB7BE13451}" dt="2025-12-18T00:03:20.721" v="3716" actId="20577"/>
          <ac:spMkLst>
            <pc:docMk/>
            <pc:sldMk cId="2737379094" sldId="263"/>
            <ac:spMk id="4" creationId="{CA2BF4DC-0602-39A7-3CA7-88FB0558A3D1}"/>
          </ac:spMkLst>
        </pc:spChg>
        <pc:spChg chg="add">
          <ac:chgData name="Seehafer, Parker Daniel" userId="ae4adaed-a39a-43f8-91db-d03355f31fd1" providerId="ADAL" clId="{819C7937-D085-4ED3-9F51-B2FB7BE13451}" dt="2025-12-17T20:47:20.505" v="2859" actId="26606"/>
          <ac:spMkLst>
            <pc:docMk/>
            <pc:sldMk cId="2737379094" sldId="263"/>
            <ac:spMk id="11" creationId="{4F645BF8-7885-4398-80BC-4C0DF24F5CEE}"/>
          </ac:spMkLst>
        </pc:spChg>
        <pc:spChg chg="add">
          <ac:chgData name="Seehafer, Parker Daniel" userId="ae4adaed-a39a-43f8-91db-d03355f31fd1" providerId="ADAL" clId="{819C7937-D085-4ED3-9F51-B2FB7BE13451}" dt="2025-12-17T20:47:20.505" v="2859" actId="26606"/>
          <ac:spMkLst>
            <pc:docMk/>
            <pc:sldMk cId="2737379094" sldId="263"/>
            <ac:spMk id="13" creationId="{3212FB65-CD2B-4005-B910-132DCE19FCC7}"/>
          </ac:spMkLst>
        </pc:spChg>
        <pc:spChg chg="add">
          <ac:chgData name="Seehafer, Parker Daniel" userId="ae4adaed-a39a-43f8-91db-d03355f31fd1" providerId="ADAL" clId="{819C7937-D085-4ED3-9F51-B2FB7BE13451}" dt="2025-12-17T20:47:20.505" v="2859" actId="26606"/>
          <ac:spMkLst>
            <pc:docMk/>
            <pc:sldMk cId="2737379094" sldId="263"/>
            <ac:spMk id="15" creationId="{B5DC95B7-2A72-483B-BA19-2BE751205541}"/>
          </ac:spMkLst>
        </pc:spChg>
        <pc:spChg chg="add">
          <ac:chgData name="Seehafer, Parker Daniel" userId="ae4adaed-a39a-43f8-91db-d03355f31fd1" providerId="ADAL" clId="{819C7937-D085-4ED3-9F51-B2FB7BE13451}" dt="2025-12-17T20:47:20.505" v="2859" actId="26606"/>
          <ac:spMkLst>
            <pc:docMk/>
            <pc:sldMk cId="2737379094" sldId="263"/>
            <ac:spMk id="17" creationId="{1C822AFE-7E96-4A51-9E55-FCAEACD21357}"/>
          </ac:spMkLst>
        </pc:spChg>
        <pc:spChg chg="add">
          <ac:chgData name="Seehafer, Parker Daniel" userId="ae4adaed-a39a-43f8-91db-d03355f31fd1" providerId="ADAL" clId="{819C7937-D085-4ED3-9F51-B2FB7BE13451}" dt="2025-12-17T20:47:20.505" v="2859" actId="26606"/>
          <ac:spMkLst>
            <pc:docMk/>
            <pc:sldMk cId="2737379094" sldId="263"/>
            <ac:spMk id="19" creationId="{9169EA61-C175-4B7E-807B-58199DEA7FB3}"/>
          </ac:spMkLst>
        </pc:spChg>
        <pc:picChg chg="add mod">
          <ac:chgData name="Seehafer, Parker Daniel" userId="ae4adaed-a39a-43f8-91db-d03355f31fd1" providerId="ADAL" clId="{819C7937-D085-4ED3-9F51-B2FB7BE13451}" dt="2025-12-17T20:47:20.505" v="2859" actId="26606"/>
          <ac:picMkLst>
            <pc:docMk/>
            <pc:sldMk cId="2737379094" sldId="263"/>
            <ac:picMk id="6" creationId="{DEF9B540-2F5E-B5BB-0646-09BC984377E6}"/>
          </ac:picMkLst>
        </pc:picChg>
      </pc:sldChg>
      <pc:sldChg chg="addSp delSp modSp new mod ord setBg modNotesTx">
        <pc:chgData name="Seehafer, Parker Daniel" userId="ae4adaed-a39a-43f8-91db-d03355f31fd1" providerId="ADAL" clId="{819C7937-D085-4ED3-9F51-B2FB7BE13451}" dt="2025-12-17T20:48:43.012" v="2927" actId="20577"/>
        <pc:sldMkLst>
          <pc:docMk/>
          <pc:sldMk cId="3862605970" sldId="264"/>
        </pc:sldMkLst>
        <pc:spChg chg="mod">
          <ac:chgData name="Seehafer, Parker Daniel" userId="ae4adaed-a39a-43f8-91db-d03355f31fd1" providerId="ADAL" clId="{819C7937-D085-4ED3-9F51-B2FB7BE13451}" dt="2025-12-17T20:38:53.981" v="2852" actId="26606"/>
          <ac:spMkLst>
            <pc:docMk/>
            <pc:sldMk cId="3862605970" sldId="264"/>
            <ac:spMk id="2" creationId="{688582FB-2C0F-A241-6EAB-0E766D161E58}"/>
          </ac:spMkLst>
        </pc:spChg>
        <pc:spChg chg="del">
          <ac:chgData name="Seehafer, Parker Daniel" userId="ae4adaed-a39a-43f8-91db-d03355f31fd1" providerId="ADAL" clId="{819C7937-D085-4ED3-9F51-B2FB7BE13451}" dt="2025-12-17T20:38:45.855" v="2847" actId="931"/>
          <ac:spMkLst>
            <pc:docMk/>
            <pc:sldMk cId="3862605970" sldId="264"/>
            <ac:spMk id="3" creationId="{526D46BB-23F9-8B4B-B00E-CF6D742D2EC3}"/>
          </ac:spMkLst>
        </pc:spChg>
        <pc:spChg chg="mod">
          <ac:chgData name="Seehafer, Parker Daniel" userId="ae4adaed-a39a-43f8-91db-d03355f31fd1" providerId="ADAL" clId="{819C7937-D085-4ED3-9F51-B2FB7BE13451}" dt="2025-12-17T20:38:53.981" v="2852" actId="26606"/>
          <ac:spMkLst>
            <pc:docMk/>
            <pc:sldMk cId="3862605970" sldId="264"/>
            <ac:spMk id="4" creationId="{8D2A9F8C-9E49-CC36-0442-CBC922466665}"/>
          </ac:spMkLst>
        </pc:spChg>
        <pc:spChg chg="add">
          <ac:chgData name="Seehafer, Parker Daniel" userId="ae4adaed-a39a-43f8-91db-d03355f31fd1" providerId="ADAL" clId="{819C7937-D085-4ED3-9F51-B2FB7BE13451}" dt="2025-12-17T20:38:53.981" v="2852" actId="26606"/>
          <ac:spMkLst>
            <pc:docMk/>
            <pc:sldMk cId="3862605970" sldId="264"/>
            <ac:spMk id="11" creationId="{4F645BF8-7885-4398-80BC-4C0DF24F5CEE}"/>
          </ac:spMkLst>
        </pc:spChg>
        <pc:spChg chg="add">
          <ac:chgData name="Seehafer, Parker Daniel" userId="ae4adaed-a39a-43f8-91db-d03355f31fd1" providerId="ADAL" clId="{819C7937-D085-4ED3-9F51-B2FB7BE13451}" dt="2025-12-17T20:38:53.981" v="2852" actId="26606"/>
          <ac:spMkLst>
            <pc:docMk/>
            <pc:sldMk cId="3862605970" sldId="264"/>
            <ac:spMk id="13" creationId="{3212FB65-CD2B-4005-B910-132DCE19FCC7}"/>
          </ac:spMkLst>
        </pc:spChg>
        <pc:spChg chg="add">
          <ac:chgData name="Seehafer, Parker Daniel" userId="ae4adaed-a39a-43f8-91db-d03355f31fd1" providerId="ADAL" clId="{819C7937-D085-4ED3-9F51-B2FB7BE13451}" dt="2025-12-17T20:38:53.981" v="2852" actId="26606"/>
          <ac:spMkLst>
            <pc:docMk/>
            <pc:sldMk cId="3862605970" sldId="264"/>
            <ac:spMk id="15" creationId="{A35CBD63-8F8F-47DC-9CE7-159E6161D872}"/>
          </ac:spMkLst>
        </pc:spChg>
        <pc:spChg chg="add">
          <ac:chgData name="Seehafer, Parker Daniel" userId="ae4adaed-a39a-43f8-91db-d03355f31fd1" providerId="ADAL" clId="{819C7937-D085-4ED3-9F51-B2FB7BE13451}" dt="2025-12-17T20:38:53.981" v="2852" actId="26606"/>
          <ac:spMkLst>
            <pc:docMk/>
            <pc:sldMk cId="3862605970" sldId="264"/>
            <ac:spMk id="17" creationId="{CA0E3486-FD49-4921-B4F4-E5BB5C88AC79}"/>
          </ac:spMkLst>
        </pc:spChg>
        <pc:spChg chg="add">
          <ac:chgData name="Seehafer, Parker Daniel" userId="ae4adaed-a39a-43f8-91db-d03355f31fd1" providerId="ADAL" clId="{819C7937-D085-4ED3-9F51-B2FB7BE13451}" dt="2025-12-17T20:38:53.981" v="2852" actId="26606"/>
          <ac:spMkLst>
            <pc:docMk/>
            <pc:sldMk cId="3862605970" sldId="264"/>
            <ac:spMk id="19" creationId="{83B4A72C-2924-4CE2-8674-7E02E182ED6D}"/>
          </ac:spMkLst>
        </pc:spChg>
        <pc:picChg chg="add mod ord">
          <ac:chgData name="Seehafer, Parker Daniel" userId="ae4adaed-a39a-43f8-91db-d03355f31fd1" providerId="ADAL" clId="{819C7937-D085-4ED3-9F51-B2FB7BE13451}" dt="2025-12-17T20:38:53.981" v="2852" actId="26606"/>
          <ac:picMkLst>
            <pc:docMk/>
            <pc:sldMk cId="3862605970" sldId="264"/>
            <ac:picMk id="6" creationId="{66149AD4-6C00-D042-CC64-03D1A13CD01E}"/>
          </ac:picMkLst>
        </pc:picChg>
      </pc:sldChg>
      <pc:sldChg chg="addSp delSp modSp add mod ord setBg modNotesTx">
        <pc:chgData name="Seehafer, Parker Daniel" userId="ae4adaed-a39a-43f8-91db-d03355f31fd1" providerId="ADAL" clId="{819C7937-D085-4ED3-9F51-B2FB7BE13451}" dt="2025-12-17T20:48:50.146" v="2970" actId="20577"/>
        <pc:sldMkLst>
          <pc:docMk/>
          <pc:sldMk cId="3342915291" sldId="265"/>
        </pc:sldMkLst>
        <pc:spChg chg="mod">
          <ac:chgData name="Seehafer, Parker Daniel" userId="ae4adaed-a39a-43f8-91db-d03355f31fd1" providerId="ADAL" clId="{819C7937-D085-4ED3-9F51-B2FB7BE13451}" dt="2025-12-17T20:40:22.041" v="2858" actId="26606"/>
          <ac:spMkLst>
            <pc:docMk/>
            <pc:sldMk cId="3342915291" sldId="265"/>
            <ac:spMk id="2" creationId="{29615E68-9115-119B-6F7F-ACED843B918B}"/>
          </ac:spMkLst>
        </pc:spChg>
        <pc:spChg chg="del">
          <ac:chgData name="Seehafer, Parker Daniel" userId="ae4adaed-a39a-43f8-91db-d03355f31fd1" providerId="ADAL" clId="{819C7937-D085-4ED3-9F51-B2FB7BE13451}" dt="2025-12-17T20:40:16.343" v="2853" actId="931"/>
          <ac:spMkLst>
            <pc:docMk/>
            <pc:sldMk cId="3342915291" sldId="265"/>
            <ac:spMk id="3" creationId="{C88F73AB-9497-BF72-F23C-F888295D69BD}"/>
          </ac:spMkLst>
        </pc:spChg>
        <pc:spChg chg="mod">
          <ac:chgData name="Seehafer, Parker Daniel" userId="ae4adaed-a39a-43f8-91db-d03355f31fd1" providerId="ADAL" clId="{819C7937-D085-4ED3-9F51-B2FB7BE13451}" dt="2025-12-17T20:40:22.041" v="2858" actId="26606"/>
          <ac:spMkLst>
            <pc:docMk/>
            <pc:sldMk cId="3342915291" sldId="265"/>
            <ac:spMk id="4" creationId="{D4547A33-8C6B-8F19-FD52-CFE8509FC131}"/>
          </ac:spMkLst>
        </pc:spChg>
        <pc:spChg chg="add del">
          <ac:chgData name="Seehafer, Parker Daniel" userId="ae4adaed-a39a-43f8-91db-d03355f31fd1" providerId="ADAL" clId="{819C7937-D085-4ED3-9F51-B2FB7BE13451}" dt="2025-12-17T20:40:22.035" v="2857" actId="26606"/>
          <ac:spMkLst>
            <pc:docMk/>
            <pc:sldMk cId="3342915291" sldId="265"/>
            <ac:spMk id="11" creationId="{B86EEAC6-011F-4499-ACFF-2FDC742DB06D}"/>
          </ac:spMkLst>
        </pc:spChg>
        <pc:spChg chg="add del">
          <ac:chgData name="Seehafer, Parker Daniel" userId="ae4adaed-a39a-43f8-91db-d03355f31fd1" providerId="ADAL" clId="{819C7937-D085-4ED3-9F51-B2FB7BE13451}" dt="2025-12-17T20:40:22.035" v="2857" actId="26606"/>
          <ac:spMkLst>
            <pc:docMk/>
            <pc:sldMk cId="3342915291" sldId="265"/>
            <ac:spMk id="13" creationId="{6970F14D-B6E6-40EA-96B4-4E18D0CF9D8C}"/>
          </ac:spMkLst>
        </pc:spChg>
        <pc:spChg chg="add">
          <ac:chgData name="Seehafer, Parker Daniel" userId="ae4adaed-a39a-43f8-91db-d03355f31fd1" providerId="ADAL" clId="{819C7937-D085-4ED3-9F51-B2FB7BE13451}" dt="2025-12-17T20:40:22.041" v="2858" actId="26606"/>
          <ac:spMkLst>
            <pc:docMk/>
            <pc:sldMk cId="3342915291" sldId="265"/>
            <ac:spMk id="15" creationId="{A35CBD63-8F8F-47DC-9CE7-159E6161D872}"/>
          </ac:spMkLst>
        </pc:spChg>
        <pc:spChg chg="add">
          <ac:chgData name="Seehafer, Parker Daniel" userId="ae4adaed-a39a-43f8-91db-d03355f31fd1" providerId="ADAL" clId="{819C7937-D085-4ED3-9F51-B2FB7BE13451}" dt="2025-12-17T20:40:22.041" v="2858" actId="26606"/>
          <ac:spMkLst>
            <pc:docMk/>
            <pc:sldMk cId="3342915291" sldId="265"/>
            <ac:spMk id="16" creationId="{4F645BF8-7885-4398-80BC-4C0DF24F5CEE}"/>
          </ac:spMkLst>
        </pc:spChg>
        <pc:spChg chg="add">
          <ac:chgData name="Seehafer, Parker Daniel" userId="ae4adaed-a39a-43f8-91db-d03355f31fd1" providerId="ADAL" clId="{819C7937-D085-4ED3-9F51-B2FB7BE13451}" dt="2025-12-17T20:40:22.041" v="2858" actId="26606"/>
          <ac:spMkLst>
            <pc:docMk/>
            <pc:sldMk cId="3342915291" sldId="265"/>
            <ac:spMk id="17" creationId="{CA0E3486-FD49-4921-B4F4-E5BB5C88AC79}"/>
          </ac:spMkLst>
        </pc:spChg>
        <pc:spChg chg="add">
          <ac:chgData name="Seehafer, Parker Daniel" userId="ae4adaed-a39a-43f8-91db-d03355f31fd1" providerId="ADAL" clId="{819C7937-D085-4ED3-9F51-B2FB7BE13451}" dt="2025-12-17T20:40:22.041" v="2858" actId="26606"/>
          <ac:spMkLst>
            <pc:docMk/>
            <pc:sldMk cId="3342915291" sldId="265"/>
            <ac:spMk id="18" creationId="{3212FB65-CD2B-4005-B910-132DCE19FCC7}"/>
          </ac:spMkLst>
        </pc:spChg>
        <pc:spChg chg="add">
          <ac:chgData name="Seehafer, Parker Daniel" userId="ae4adaed-a39a-43f8-91db-d03355f31fd1" providerId="ADAL" clId="{819C7937-D085-4ED3-9F51-B2FB7BE13451}" dt="2025-12-17T20:40:22.041" v="2858" actId="26606"/>
          <ac:spMkLst>
            <pc:docMk/>
            <pc:sldMk cId="3342915291" sldId="265"/>
            <ac:spMk id="19" creationId="{83B4A72C-2924-4CE2-8674-7E02E182ED6D}"/>
          </ac:spMkLst>
        </pc:spChg>
        <pc:picChg chg="add mod ord">
          <ac:chgData name="Seehafer, Parker Daniel" userId="ae4adaed-a39a-43f8-91db-d03355f31fd1" providerId="ADAL" clId="{819C7937-D085-4ED3-9F51-B2FB7BE13451}" dt="2025-12-17T20:40:22.041" v="2858" actId="26606"/>
          <ac:picMkLst>
            <pc:docMk/>
            <pc:sldMk cId="3342915291" sldId="265"/>
            <ac:picMk id="6" creationId="{5F8ABD21-7272-19DC-120B-D8BD46A3F500}"/>
          </ac:picMkLst>
        </pc:picChg>
      </pc:sldChg>
      <pc:sldChg chg="add del">
        <pc:chgData name="Seehafer, Parker Daniel" userId="ae4adaed-a39a-43f8-91db-d03355f31fd1" providerId="ADAL" clId="{819C7937-D085-4ED3-9F51-B2FB7BE13451}" dt="2025-12-18T00:05:51.987" v="3796" actId="2696"/>
        <pc:sldMkLst>
          <pc:docMk/>
          <pc:sldMk cId="3779190765" sldId="266"/>
        </pc:sldMkLst>
      </pc:sldChg>
      <pc:sldChg chg="modSp new mod">
        <pc:chgData name="Seehafer, Parker Daniel" userId="ae4adaed-a39a-43f8-91db-d03355f31fd1" providerId="ADAL" clId="{819C7937-D085-4ED3-9F51-B2FB7BE13451}" dt="2025-12-18T00:05:46.318" v="3795" actId="20577"/>
        <pc:sldMkLst>
          <pc:docMk/>
          <pc:sldMk cId="2470731923" sldId="271"/>
        </pc:sldMkLst>
        <pc:spChg chg="mod">
          <ac:chgData name="Seehafer, Parker Daniel" userId="ae4adaed-a39a-43f8-91db-d03355f31fd1" providerId="ADAL" clId="{819C7937-D085-4ED3-9F51-B2FB7BE13451}" dt="2025-12-18T00:05:13.174" v="3731" actId="20577"/>
          <ac:spMkLst>
            <pc:docMk/>
            <pc:sldMk cId="2470731923" sldId="271"/>
            <ac:spMk id="2" creationId="{DFBCA43E-9B65-F593-DEEF-31204F23B09C}"/>
          </ac:spMkLst>
        </pc:spChg>
        <pc:spChg chg="mod">
          <ac:chgData name="Seehafer, Parker Daniel" userId="ae4adaed-a39a-43f8-91db-d03355f31fd1" providerId="ADAL" clId="{819C7937-D085-4ED3-9F51-B2FB7BE13451}" dt="2025-12-18T00:05:46.318" v="3795" actId="20577"/>
          <ac:spMkLst>
            <pc:docMk/>
            <pc:sldMk cId="2470731923" sldId="271"/>
            <ac:spMk id="3" creationId="{F5165A7A-F634-DD65-9022-B7E190F391F0}"/>
          </ac:spMkLst>
        </pc:spChg>
      </pc:sldChg>
      <pc:sldChg chg="modSp new mod">
        <pc:chgData name="Seehafer, Parker Daniel" userId="ae4adaed-a39a-43f8-91db-d03355f31fd1" providerId="ADAL" clId="{819C7937-D085-4ED3-9F51-B2FB7BE13451}" dt="2025-12-18T00:05:37.288" v="3791" actId="20577"/>
        <pc:sldMkLst>
          <pc:docMk/>
          <pc:sldMk cId="2574637358" sldId="272"/>
        </pc:sldMkLst>
        <pc:spChg chg="mod">
          <ac:chgData name="Seehafer, Parker Daniel" userId="ae4adaed-a39a-43f8-91db-d03355f31fd1" providerId="ADAL" clId="{819C7937-D085-4ED3-9F51-B2FB7BE13451}" dt="2025-12-18T00:05:28.920" v="3762" actId="20577"/>
          <ac:spMkLst>
            <pc:docMk/>
            <pc:sldMk cId="2574637358" sldId="272"/>
            <ac:spMk id="2" creationId="{E1E4A122-1FBE-856B-C940-EFBFB6633F2A}"/>
          </ac:spMkLst>
        </pc:spChg>
        <pc:spChg chg="mod">
          <ac:chgData name="Seehafer, Parker Daniel" userId="ae4adaed-a39a-43f8-91db-d03355f31fd1" providerId="ADAL" clId="{819C7937-D085-4ED3-9F51-B2FB7BE13451}" dt="2025-12-18T00:05:37.288" v="3791" actId="20577"/>
          <ac:spMkLst>
            <pc:docMk/>
            <pc:sldMk cId="2574637358" sldId="272"/>
            <ac:spMk id="3" creationId="{7E2FA4C9-3D1C-70C6-CBC3-5771CA6ACB6F}"/>
          </ac:spMkLst>
        </pc:spChg>
      </pc:sldChg>
      <pc:sldChg chg="modSp new mod">
        <pc:chgData name="Seehafer, Parker Daniel" userId="ae4adaed-a39a-43f8-91db-d03355f31fd1" providerId="ADAL" clId="{819C7937-D085-4ED3-9F51-B2FB7BE13451}" dt="2025-12-18T00:06:01.460" v="3826" actId="20577"/>
        <pc:sldMkLst>
          <pc:docMk/>
          <pc:sldMk cId="645332842" sldId="273"/>
        </pc:sldMkLst>
        <pc:spChg chg="mod">
          <ac:chgData name="Seehafer, Parker Daniel" userId="ae4adaed-a39a-43f8-91db-d03355f31fd1" providerId="ADAL" clId="{819C7937-D085-4ED3-9F51-B2FB7BE13451}" dt="2025-12-18T00:05:56.922" v="3807" actId="20577"/>
          <ac:spMkLst>
            <pc:docMk/>
            <pc:sldMk cId="645332842" sldId="273"/>
            <ac:spMk id="2" creationId="{E051FDE2-A69B-AADE-23C5-8D1C99FA30C0}"/>
          </ac:spMkLst>
        </pc:spChg>
        <pc:spChg chg="mod">
          <ac:chgData name="Seehafer, Parker Daniel" userId="ae4adaed-a39a-43f8-91db-d03355f31fd1" providerId="ADAL" clId="{819C7937-D085-4ED3-9F51-B2FB7BE13451}" dt="2025-12-18T00:06:01.460" v="3826" actId="20577"/>
          <ac:spMkLst>
            <pc:docMk/>
            <pc:sldMk cId="645332842" sldId="273"/>
            <ac:spMk id="3" creationId="{2786840E-432E-2427-4F90-BE59A2198862}"/>
          </ac:spMkLst>
        </pc:spChg>
      </pc:sldChg>
      <pc:sldChg chg="addSp delSp modSp new mod">
        <pc:chgData name="Seehafer, Parker Daniel" userId="ae4adaed-a39a-43f8-91db-d03355f31fd1" providerId="ADAL" clId="{819C7937-D085-4ED3-9F51-B2FB7BE13451}" dt="2025-12-18T00:10:11.127" v="4354" actId="20577"/>
        <pc:sldMkLst>
          <pc:docMk/>
          <pc:sldMk cId="3718947962" sldId="274"/>
        </pc:sldMkLst>
        <pc:spChg chg="mod">
          <ac:chgData name="Seehafer, Parker Daniel" userId="ae4adaed-a39a-43f8-91db-d03355f31fd1" providerId="ADAL" clId="{819C7937-D085-4ED3-9F51-B2FB7BE13451}" dt="2025-12-18T00:08:13.834" v="4121" actId="1076"/>
          <ac:spMkLst>
            <pc:docMk/>
            <pc:sldMk cId="3718947962" sldId="274"/>
            <ac:spMk id="2" creationId="{3791B40C-18B7-2EC5-18D0-5938174E66F3}"/>
          </ac:spMkLst>
        </pc:spChg>
        <pc:spChg chg="del">
          <ac:chgData name="Seehafer, Parker Daniel" userId="ae4adaed-a39a-43f8-91db-d03355f31fd1" providerId="ADAL" clId="{819C7937-D085-4ED3-9F51-B2FB7BE13451}" dt="2025-12-18T00:06:52.800" v="3971" actId="478"/>
          <ac:spMkLst>
            <pc:docMk/>
            <pc:sldMk cId="3718947962" sldId="274"/>
            <ac:spMk id="3" creationId="{DC414BB7-0957-A34E-726A-A9DEB49A6348}"/>
          </ac:spMkLst>
        </pc:spChg>
        <pc:spChg chg="add mod">
          <ac:chgData name="Seehafer, Parker Daniel" userId="ae4adaed-a39a-43f8-91db-d03355f31fd1" providerId="ADAL" clId="{819C7937-D085-4ED3-9F51-B2FB7BE13451}" dt="2025-12-18T00:10:11.127" v="4354" actId="20577"/>
          <ac:spMkLst>
            <pc:docMk/>
            <pc:sldMk cId="3718947962" sldId="274"/>
            <ac:spMk id="4" creationId="{30BB810B-A11B-BC36-FA47-0C52AFC8DA80}"/>
          </ac:spMkLst>
        </pc:spChg>
      </pc:sldChg>
      <pc:sldChg chg="addSp delSp modSp new mod setBg modNotesTx">
        <pc:chgData name="Seehafer, Parker Daniel" userId="ae4adaed-a39a-43f8-91db-d03355f31fd1" providerId="ADAL" clId="{819C7937-D085-4ED3-9F51-B2FB7BE13451}" dt="2025-12-18T16:14:13.116" v="5410" actId="20577"/>
        <pc:sldMkLst>
          <pc:docMk/>
          <pc:sldMk cId="1473047174" sldId="275"/>
        </pc:sldMkLst>
        <pc:spChg chg="mod">
          <ac:chgData name="Seehafer, Parker Daniel" userId="ae4adaed-a39a-43f8-91db-d03355f31fd1" providerId="ADAL" clId="{819C7937-D085-4ED3-9F51-B2FB7BE13451}" dt="2025-12-18T00:12:58.731" v="4358" actId="26606"/>
          <ac:spMkLst>
            <pc:docMk/>
            <pc:sldMk cId="1473047174" sldId="275"/>
            <ac:spMk id="2" creationId="{13CC087F-FDF2-19AA-C957-BC4BABF32129}"/>
          </ac:spMkLst>
        </pc:spChg>
        <pc:spChg chg="del">
          <ac:chgData name="Seehafer, Parker Daniel" userId="ae4adaed-a39a-43f8-91db-d03355f31fd1" providerId="ADAL" clId="{819C7937-D085-4ED3-9F51-B2FB7BE13451}" dt="2025-12-18T00:12:55.521" v="4355" actId="931"/>
          <ac:spMkLst>
            <pc:docMk/>
            <pc:sldMk cId="1473047174" sldId="275"/>
            <ac:spMk id="3" creationId="{57D4058A-675C-031F-08DE-8067CFB4F9F1}"/>
          </ac:spMkLst>
        </pc:spChg>
        <pc:spChg chg="mod">
          <ac:chgData name="Seehafer, Parker Daniel" userId="ae4adaed-a39a-43f8-91db-d03355f31fd1" providerId="ADAL" clId="{819C7937-D085-4ED3-9F51-B2FB7BE13451}" dt="2025-12-18T16:11:08.449" v="5094" actId="313"/>
          <ac:spMkLst>
            <pc:docMk/>
            <pc:sldMk cId="1473047174" sldId="275"/>
            <ac:spMk id="4" creationId="{3348A231-D4FC-7573-1F21-AFFFCC962DBC}"/>
          </ac:spMkLst>
        </pc:spChg>
        <pc:spChg chg="add">
          <ac:chgData name="Seehafer, Parker Daniel" userId="ae4adaed-a39a-43f8-91db-d03355f31fd1" providerId="ADAL" clId="{819C7937-D085-4ED3-9F51-B2FB7BE13451}" dt="2025-12-18T00:12:58.731" v="4358" actId="26606"/>
          <ac:spMkLst>
            <pc:docMk/>
            <pc:sldMk cId="1473047174" sldId="275"/>
            <ac:spMk id="11" creationId="{4F645BF8-7885-4398-80BC-4C0DF24F5CEE}"/>
          </ac:spMkLst>
        </pc:spChg>
        <pc:spChg chg="add">
          <ac:chgData name="Seehafer, Parker Daniel" userId="ae4adaed-a39a-43f8-91db-d03355f31fd1" providerId="ADAL" clId="{819C7937-D085-4ED3-9F51-B2FB7BE13451}" dt="2025-12-18T00:12:58.731" v="4358" actId="26606"/>
          <ac:spMkLst>
            <pc:docMk/>
            <pc:sldMk cId="1473047174" sldId="275"/>
            <ac:spMk id="13" creationId="{3212FB65-CD2B-4005-B910-132DCE19FCC7}"/>
          </ac:spMkLst>
        </pc:spChg>
        <pc:spChg chg="add">
          <ac:chgData name="Seehafer, Parker Daniel" userId="ae4adaed-a39a-43f8-91db-d03355f31fd1" providerId="ADAL" clId="{819C7937-D085-4ED3-9F51-B2FB7BE13451}" dt="2025-12-18T00:12:58.731" v="4358" actId="26606"/>
          <ac:spMkLst>
            <pc:docMk/>
            <pc:sldMk cId="1473047174" sldId="275"/>
            <ac:spMk id="15" creationId="{B5DC95B7-2A72-483B-BA19-2BE751205541}"/>
          </ac:spMkLst>
        </pc:spChg>
        <pc:spChg chg="add">
          <ac:chgData name="Seehafer, Parker Daniel" userId="ae4adaed-a39a-43f8-91db-d03355f31fd1" providerId="ADAL" clId="{819C7937-D085-4ED3-9F51-B2FB7BE13451}" dt="2025-12-18T00:12:58.731" v="4358" actId="26606"/>
          <ac:spMkLst>
            <pc:docMk/>
            <pc:sldMk cId="1473047174" sldId="275"/>
            <ac:spMk id="17" creationId="{1C822AFE-7E96-4A51-9E55-FCAEACD21357}"/>
          </ac:spMkLst>
        </pc:spChg>
        <pc:spChg chg="add">
          <ac:chgData name="Seehafer, Parker Daniel" userId="ae4adaed-a39a-43f8-91db-d03355f31fd1" providerId="ADAL" clId="{819C7937-D085-4ED3-9F51-B2FB7BE13451}" dt="2025-12-18T00:12:58.731" v="4358" actId="26606"/>
          <ac:spMkLst>
            <pc:docMk/>
            <pc:sldMk cId="1473047174" sldId="275"/>
            <ac:spMk id="19" creationId="{9169EA61-C175-4B7E-807B-58199DEA7FB3}"/>
          </ac:spMkLst>
        </pc:spChg>
        <pc:picChg chg="add mod">
          <ac:chgData name="Seehafer, Parker Daniel" userId="ae4adaed-a39a-43f8-91db-d03355f31fd1" providerId="ADAL" clId="{819C7937-D085-4ED3-9F51-B2FB7BE13451}" dt="2025-12-18T00:13:00.043" v="4360" actId="962"/>
          <ac:picMkLst>
            <pc:docMk/>
            <pc:sldMk cId="1473047174" sldId="275"/>
            <ac:picMk id="6" creationId="{17C6DB58-2DD9-AE2C-CA2C-4B4407AF6DA2}"/>
          </ac:picMkLst>
        </pc:picChg>
      </pc:sldChg>
      <pc:sldChg chg="addSp delSp modSp add mod setBg">
        <pc:chgData name="Seehafer, Parker Daniel" userId="ae4adaed-a39a-43f8-91db-d03355f31fd1" providerId="ADAL" clId="{819C7937-D085-4ED3-9F51-B2FB7BE13451}" dt="2025-12-18T16:16:18.317" v="5991" actId="20577"/>
        <pc:sldMkLst>
          <pc:docMk/>
          <pc:sldMk cId="3962451274" sldId="276"/>
        </pc:sldMkLst>
        <pc:spChg chg="mod">
          <ac:chgData name="Seehafer, Parker Daniel" userId="ae4adaed-a39a-43f8-91db-d03355f31fd1" providerId="ADAL" clId="{819C7937-D085-4ED3-9F51-B2FB7BE13451}" dt="2025-12-18T00:13:14.984" v="4364" actId="26606"/>
          <ac:spMkLst>
            <pc:docMk/>
            <pc:sldMk cId="3962451274" sldId="276"/>
            <ac:spMk id="2" creationId="{09309ECD-0ADC-6B77-157E-68DCE48E64B2}"/>
          </ac:spMkLst>
        </pc:spChg>
        <pc:spChg chg="del">
          <ac:chgData name="Seehafer, Parker Daniel" userId="ae4adaed-a39a-43f8-91db-d03355f31fd1" providerId="ADAL" clId="{819C7937-D085-4ED3-9F51-B2FB7BE13451}" dt="2025-12-18T00:13:12.491" v="4361" actId="931"/>
          <ac:spMkLst>
            <pc:docMk/>
            <pc:sldMk cId="3962451274" sldId="276"/>
            <ac:spMk id="3" creationId="{18AAB4D1-8B28-2BA2-1CF0-CD2D5F79A963}"/>
          </ac:spMkLst>
        </pc:spChg>
        <pc:spChg chg="mod">
          <ac:chgData name="Seehafer, Parker Daniel" userId="ae4adaed-a39a-43f8-91db-d03355f31fd1" providerId="ADAL" clId="{819C7937-D085-4ED3-9F51-B2FB7BE13451}" dt="2025-12-18T16:16:18.317" v="5991" actId="20577"/>
          <ac:spMkLst>
            <pc:docMk/>
            <pc:sldMk cId="3962451274" sldId="276"/>
            <ac:spMk id="4" creationId="{C1BF38BA-D2DE-A252-186B-9E3607A10204}"/>
          </ac:spMkLst>
        </pc:spChg>
        <pc:spChg chg="add">
          <ac:chgData name="Seehafer, Parker Daniel" userId="ae4adaed-a39a-43f8-91db-d03355f31fd1" providerId="ADAL" clId="{819C7937-D085-4ED3-9F51-B2FB7BE13451}" dt="2025-12-18T00:13:14.984" v="4364" actId="26606"/>
          <ac:spMkLst>
            <pc:docMk/>
            <pc:sldMk cId="3962451274" sldId="276"/>
            <ac:spMk id="11" creationId="{4F645BF8-7885-4398-80BC-4C0DF24F5CEE}"/>
          </ac:spMkLst>
        </pc:spChg>
        <pc:spChg chg="add">
          <ac:chgData name="Seehafer, Parker Daniel" userId="ae4adaed-a39a-43f8-91db-d03355f31fd1" providerId="ADAL" clId="{819C7937-D085-4ED3-9F51-B2FB7BE13451}" dt="2025-12-18T00:13:14.984" v="4364" actId="26606"/>
          <ac:spMkLst>
            <pc:docMk/>
            <pc:sldMk cId="3962451274" sldId="276"/>
            <ac:spMk id="13" creationId="{3212FB65-CD2B-4005-B910-132DCE19FCC7}"/>
          </ac:spMkLst>
        </pc:spChg>
        <pc:spChg chg="add">
          <ac:chgData name="Seehafer, Parker Daniel" userId="ae4adaed-a39a-43f8-91db-d03355f31fd1" providerId="ADAL" clId="{819C7937-D085-4ED3-9F51-B2FB7BE13451}" dt="2025-12-18T00:13:14.984" v="4364" actId="26606"/>
          <ac:spMkLst>
            <pc:docMk/>
            <pc:sldMk cId="3962451274" sldId="276"/>
            <ac:spMk id="15" creationId="{B5DC95B7-2A72-483B-BA19-2BE751205541}"/>
          </ac:spMkLst>
        </pc:spChg>
        <pc:spChg chg="add">
          <ac:chgData name="Seehafer, Parker Daniel" userId="ae4adaed-a39a-43f8-91db-d03355f31fd1" providerId="ADAL" clId="{819C7937-D085-4ED3-9F51-B2FB7BE13451}" dt="2025-12-18T00:13:14.984" v="4364" actId="26606"/>
          <ac:spMkLst>
            <pc:docMk/>
            <pc:sldMk cId="3962451274" sldId="276"/>
            <ac:spMk id="17" creationId="{1C822AFE-7E96-4A51-9E55-FCAEACD21357}"/>
          </ac:spMkLst>
        </pc:spChg>
        <pc:spChg chg="add">
          <ac:chgData name="Seehafer, Parker Daniel" userId="ae4adaed-a39a-43f8-91db-d03355f31fd1" providerId="ADAL" clId="{819C7937-D085-4ED3-9F51-B2FB7BE13451}" dt="2025-12-18T00:13:14.984" v="4364" actId="26606"/>
          <ac:spMkLst>
            <pc:docMk/>
            <pc:sldMk cId="3962451274" sldId="276"/>
            <ac:spMk id="19" creationId="{9169EA61-C175-4B7E-807B-58199DEA7FB3}"/>
          </ac:spMkLst>
        </pc:spChg>
        <pc:picChg chg="add mod">
          <ac:chgData name="Seehafer, Parker Daniel" userId="ae4adaed-a39a-43f8-91db-d03355f31fd1" providerId="ADAL" clId="{819C7937-D085-4ED3-9F51-B2FB7BE13451}" dt="2025-12-18T00:13:16.174" v="4366" actId="962"/>
          <ac:picMkLst>
            <pc:docMk/>
            <pc:sldMk cId="3962451274" sldId="276"/>
            <ac:picMk id="6" creationId="{53D37AAC-574E-1835-871D-5EB124D0B98A}"/>
          </ac:picMkLst>
        </pc:picChg>
      </pc:sldChg>
      <pc:sldChg chg="addSp delSp modSp add mod setBg">
        <pc:chgData name="Seehafer, Parker Daniel" userId="ae4adaed-a39a-43f8-91db-d03355f31fd1" providerId="ADAL" clId="{819C7937-D085-4ED3-9F51-B2FB7BE13451}" dt="2025-12-18T16:18:30.073" v="6228" actId="33524"/>
        <pc:sldMkLst>
          <pc:docMk/>
          <pc:sldMk cId="1660240858" sldId="277"/>
        </pc:sldMkLst>
        <pc:spChg chg="mod">
          <ac:chgData name="Seehafer, Parker Daniel" userId="ae4adaed-a39a-43f8-91db-d03355f31fd1" providerId="ADAL" clId="{819C7937-D085-4ED3-9F51-B2FB7BE13451}" dt="2025-12-18T00:13:30.239" v="4370" actId="26606"/>
          <ac:spMkLst>
            <pc:docMk/>
            <pc:sldMk cId="1660240858" sldId="277"/>
            <ac:spMk id="2" creationId="{0C13350A-772C-6367-9BF9-98ED153F56E8}"/>
          </ac:spMkLst>
        </pc:spChg>
        <pc:spChg chg="del">
          <ac:chgData name="Seehafer, Parker Daniel" userId="ae4adaed-a39a-43f8-91db-d03355f31fd1" providerId="ADAL" clId="{819C7937-D085-4ED3-9F51-B2FB7BE13451}" dt="2025-12-18T00:13:28.146" v="4367" actId="931"/>
          <ac:spMkLst>
            <pc:docMk/>
            <pc:sldMk cId="1660240858" sldId="277"/>
            <ac:spMk id="3" creationId="{2E2625D3-F926-196C-A9FA-1FB0CAA5DC99}"/>
          </ac:spMkLst>
        </pc:spChg>
        <pc:spChg chg="mod">
          <ac:chgData name="Seehafer, Parker Daniel" userId="ae4adaed-a39a-43f8-91db-d03355f31fd1" providerId="ADAL" clId="{819C7937-D085-4ED3-9F51-B2FB7BE13451}" dt="2025-12-18T16:18:30.073" v="6228" actId="33524"/>
          <ac:spMkLst>
            <pc:docMk/>
            <pc:sldMk cId="1660240858" sldId="277"/>
            <ac:spMk id="4" creationId="{8CAB8AFD-3111-8B96-01F1-22DD1C12B06B}"/>
          </ac:spMkLst>
        </pc:spChg>
        <pc:spChg chg="add">
          <ac:chgData name="Seehafer, Parker Daniel" userId="ae4adaed-a39a-43f8-91db-d03355f31fd1" providerId="ADAL" clId="{819C7937-D085-4ED3-9F51-B2FB7BE13451}" dt="2025-12-18T00:13:30.239" v="4370" actId="26606"/>
          <ac:spMkLst>
            <pc:docMk/>
            <pc:sldMk cId="1660240858" sldId="277"/>
            <ac:spMk id="11" creationId="{4F645BF8-7885-4398-80BC-4C0DF24F5CEE}"/>
          </ac:spMkLst>
        </pc:spChg>
        <pc:spChg chg="add">
          <ac:chgData name="Seehafer, Parker Daniel" userId="ae4adaed-a39a-43f8-91db-d03355f31fd1" providerId="ADAL" clId="{819C7937-D085-4ED3-9F51-B2FB7BE13451}" dt="2025-12-18T00:13:30.239" v="4370" actId="26606"/>
          <ac:spMkLst>
            <pc:docMk/>
            <pc:sldMk cId="1660240858" sldId="277"/>
            <ac:spMk id="13" creationId="{3212FB65-CD2B-4005-B910-132DCE19FCC7}"/>
          </ac:spMkLst>
        </pc:spChg>
        <pc:spChg chg="add">
          <ac:chgData name="Seehafer, Parker Daniel" userId="ae4adaed-a39a-43f8-91db-d03355f31fd1" providerId="ADAL" clId="{819C7937-D085-4ED3-9F51-B2FB7BE13451}" dt="2025-12-18T00:13:30.239" v="4370" actId="26606"/>
          <ac:spMkLst>
            <pc:docMk/>
            <pc:sldMk cId="1660240858" sldId="277"/>
            <ac:spMk id="15" creationId="{B5DC95B7-2A72-483B-BA19-2BE751205541}"/>
          </ac:spMkLst>
        </pc:spChg>
        <pc:spChg chg="add">
          <ac:chgData name="Seehafer, Parker Daniel" userId="ae4adaed-a39a-43f8-91db-d03355f31fd1" providerId="ADAL" clId="{819C7937-D085-4ED3-9F51-B2FB7BE13451}" dt="2025-12-18T00:13:30.239" v="4370" actId="26606"/>
          <ac:spMkLst>
            <pc:docMk/>
            <pc:sldMk cId="1660240858" sldId="277"/>
            <ac:spMk id="17" creationId="{1C822AFE-7E96-4A51-9E55-FCAEACD21357}"/>
          </ac:spMkLst>
        </pc:spChg>
        <pc:spChg chg="add">
          <ac:chgData name="Seehafer, Parker Daniel" userId="ae4adaed-a39a-43f8-91db-d03355f31fd1" providerId="ADAL" clId="{819C7937-D085-4ED3-9F51-B2FB7BE13451}" dt="2025-12-18T00:13:30.239" v="4370" actId="26606"/>
          <ac:spMkLst>
            <pc:docMk/>
            <pc:sldMk cId="1660240858" sldId="277"/>
            <ac:spMk id="19" creationId="{9169EA61-C175-4B7E-807B-58199DEA7FB3}"/>
          </ac:spMkLst>
        </pc:spChg>
        <pc:picChg chg="add mod">
          <ac:chgData name="Seehafer, Parker Daniel" userId="ae4adaed-a39a-43f8-91db-d03355f31fd1" providerId="ADAL" clId="{819C7937-D085-4ED3-9F51-B2FB7BE13451}" dt="2025-12-18T00:13:30.239" v="4370" actId="26606"/>
          <ac:picMkLst>
            <pc:docMk/>
            <pc:sldMk cId="1660240858" sldId="277"/>
            <ac:picMk id="6" creationId="{1D8474AD-2341-E50B-4FAF-34CD64AD8F51}"/>
          </ac:picMkLst>
        </pc:picChg>
      </pc:sldChg>
      <pc:sldChg chg="addSp delSp modSp add mod setBg">
        <pc:chgData name="Seehafer, Parker Daniel" userId="ae4adaed-a39a-43f8-91db-d03355f31fd1" providerId="ADAL" clId="{819C7937-D085-4ED3-9F51-B2FB7BE13451}" dt="2025-12-18T16:25:06.780" v="6716" actId="20577"/>
        <pc:sldMkLst>
          <pc:docMk/>
          <pc:sldMk cId="464095555" sldId="278"/>
        </pc:sldMkLst>
        <pc:spChg chg="mod">
          <ac:chgData name="Seehafer, Parker Daniel" userId="ae4adaed-a39a-43f8-91db-d03355f31fd1" providerId="ADAL" clId="{819C7937-D085-4ED3-9F51-B2FB7BE13451}" dt="2025-12-18T00:13:44.943" v="4376" actId="26606"/>
          <ac:spMkLst>
            <pc:docMk/>
            <pc:sldMk cId="464095555" sldId="278"/>
            <ac:spMk id="2" creationId="{EA164CCD-1114-CFD3-8FDD-819B467062E6}"/>
          </ac:spMkLst>
        </pc:spChg>
        <pc:spChg chg="del">
          <ac:chgData name="Seehafer, Parker Daniel" userId="ae4adaed-a39a-43f8-91db-d03355f31fd1" providerId="ADAL" clId="{819C7937-D085-4ED3-9F51-B2FB7BE13451}" dt="2025-12-18T00:13:38.843" v="4371" actId="931"/>
          <ac:spMkLst>
            <pc:docMk/>
            <pc:sldMk cId="464095555" sldId="278"/>
            <ac:spMk id="3" creationId="{D20DCE4B-CF69-554D-5B6F-32CB15471D47}"/>
          </ac:spMkLst>
        </pc:spChg>
        <pc:spChg chg="mod">
          <ac:chgData name="Seehafer, Parker Daniel" userId="ae4adaed-a39a-43f8-91db-d03355f31fd1" providerId="ADAL" clId="{819C7937-D085-4ED3-9F51-B2FB7BE13451}" dt="2025-12-18T16:25:06.780" v="6716" actId="20577"/>
          <ac:spMkLst>
            <pc:docMk/>
            <pc:sldMk cId="464095555" sldId="278"/>
            <ac:spMk id="4" creationId="{DF549DBE-8EE7-C4CD-E018-6C87E87B3A74}"/>
          </ac:spMkLst>
        </pc:spChg>
        <pc:spChg chg="add">
          <ac:chgData name="Seehafer, Parker Daniel" userId="ae4adaed-a39a-43f8-91db-d03355f31fd1" providerId="ADAL" clId="{819C7937-D085-4ED3-9F51-B2FB7BE13451}" dt="2025-12-18T00:13:44.943" v="4376" actId="26606"/>
          <ac:spMkLst>
            <pc:docMk/>
            <pc:sldMk cId="464095555" sldId="278"/>
            <ac:spMk id="11" creationId="{4F645BF8-7885-4398-80BC-4C0DF24F5CEE}"/>
          </ac:spMkLst>
        </pc:spChg>
        <pc:spChg chg="add">
          <ac:chgData name="Seehafer, Parker Daniel" userId="ae4adaed-a39a-43f8-91db-d03355f31fd1" providerId="ADAL" clId="{819C7937-D085-4ED3-9F51-B2FB7BE13451}" dt="2025-12-18T00:13:44.943" v="4376" actId="26606"/>
          <ac:spMkLst>
            <pc:docMk/>
            <pc:sldMk cId="464095555" sldId="278"/>
            <ac:spMk id="13" creationId="{3212FB65-CD2B-4005-B910-132DCE19FCC7}"/>
          </ac:spMkLst>
        </pc:spChg>
        <pc:spChg chg="add">
          <ac:chgData name="Seehafer, Parker Daniel" userId="ae4adaed-a39a-43f8-91db-d03355f31fd1" providerId="ADAL" clId="{819C7937-D085-4ED3-9F51-B2FB7BE13451}" dt="2025-12-18T00:13:44.943" v="4376" actId="26606"/>
          <ac:spMkLst>
            <pc:docMk/>
            <pc:sldMk cId="464095555" sldId="278"/>
            <ac:spMk id="15" creationId="{B5DC95B7-2A72-483B-BA19-2BE751205541}"/>
          </ac:spMkLst>
        </pc:spChg>
        <pc:spChg chg="add">
          <ac:chgData name="Seehafer, Parker Daniel" userId="ae4adaed-a39a-43f8-91db-d03355f31fd1" providerId="ADAL" clId="{819C7937-D085-4ED3-9F51-B2FB7BE13451}" dt="2025-12-18T00:13:44.943" v="4376" actId="26606"/>
          <ac:spMkLst>
            <pc:docMk/>
            <pc:sldMk cId="464095555" sldId="278"/>
            <ac:spMk id="17" creationId="{1C822AFE-7E96-4A51-9E55-FCAEACD21357}"/>
          </ac:spMkLst>
        </pc:spChg>
        <pc:spChg chg="add">
          <ac:chgData name="Seehafer, Parker Daniel" userId="ae4adaed-a39a-43f8-91db-d03355f31fd1" providerId="ADAL" clId="{819C7937-D085-4ED3-9F51-B2FB7BE13451}" dt="2025-12-18T00:13:44.943" v="4376" actId="26606"/>
          <ac:spMkLst>
            <pc:docMk/>
            <pc:sldMk cId="464095555" sldId="278"/>
            <ac:spMk id="19" creationId="{9169EA61-C175-4B7E-807B-58199DEA7FB3}"/>
          </ac:spMkLst>
        </pc:spChg>
        <pc:picChg chg="add mod">
          <ac:chgData name="Seehafer, Parker Daniel" userId="ae4adaed-a39a-43f8-91db-d03355f31fd1" providerId="ADAL" clId="{819C7937-D085-4ED3-9F51-B2FB7BE13451}" dt="2025-12-18T00:13:44.943" v="4376" actId="26606"/>
          <ac:picMkLst>
            <pc:docMk/>
            <pc:sldMk cId="464095555" sldId="278"/>
            <ac:picMk id="6" creationId="{04590375-3DF0-1317-4B05-11D86273AD21}"/>
          </ac:picMkLst>
        </pc:picChg>
      </pc:sldChg>
      <pc:sldChg chg="modSp new mod">
        <pc:chgData name="Seehafer, Parker Daniel" userId="ae4adaed-a39a-43f8-91db-d03355f31fd1" providerId="ADAL" clId="{819C7937-D085-4ED3-9F51-B2FB7BE13451}" dt="2025-12-18T00:15:17.987" v="4768" actId="20577"/>
        <pc:sldMkLst>
          <pc:docMk/>
          <pc:sldMk cId="1585401869" sldId="279"/>
        </pc:sldMkLst>
        <pc:spChg chg="mod">
          <ac:chgData name="Seehafer, Parker Daniel" userId="ae4adaed-a39a-43f8-91db-d03355f31fd1" providerId="ADAL" clId="{819C7937-D085-4ED3-9F51-B2FB7BE13451}" dt="2025-12-18T00:08:07.534" v="4120" actId="20577"/>
          <ac:spMkLst>
            <pc:docMk/>
            <pc:sldMk cId="1585401869" sldId="279"/>
            <ac:spMk id="2" creationId="{5DD83E4A-9679-FA8F-1671-C86B0A2B414A}"/>
          </ac:spMkLst>
        </pc:spChg>
        <pc:spChg chg="mod">
          <ac:chgData name="Seehafer, Parker Daniel" userId="ae4adaed-a39a-43f8-91db-d03355f31fd1" providerId="ADAL" clId="{819C7937-D085-4ED3-9F51-B2FB7BE13451}" dt="2025-12-18T00:15:17.987" v="4768" actId="20577"/>
          <ac:spMkLst>
            <pc:docMk/>
            <pc:sldMk cId="1585401869" sldId="279"/>
            <ac:spMk id="3" creationId="{F8F05F10-5B05-34C4-D8B5-6797128F36E9}"/>
          </ac:spMkLst>
        </pc:spChg>
      </pc:sldChg>
      <pc:sldChg chg="new del">
        <pc:chgData name="Seehafer, Parker Daniel" userId="ae4adaed-a39a-43f8-91db-d03355f31fd1" providerId="ADAL" clId="{819C7937-D085-4ED3-9F51-B2FB7BE13451}" dt="2025-12-18T16:17:26.558" v="6224" actId="2696"/>
        <pc:sldMkLst>
          <pc:docMk/>
          <pc:sldMk cId="1150759203" sldId="283"/>
        </pc:sldMkLst>
      </pc:sldChg>
      <pc:sldChg chg="addSp delSp modSp new mod ord">
        <pc:chgData name="Seehafer, Parker Daniel" userId="ae4adaed-a39a-43f8-91db-d03355f31fd1" providerId="ADAL" clId="{819C7937-D085-4ED3-9F51-B2FB7BE13451}" dt="2025-12-18T16:27:32.361" v="7346" actId="33524"/>
        <pc:sldMkLst>
          <pc:docMk/>
          <pc:sldMk cId="2629841598" sldId="283"/>
        </pc:sldMkLst>
        <pc:spChg chg="mod">
          <ac:chgData name="Seehafer, Parker Daniel" userId="ae4adaed-a39a-43f8-91db-d03355f31fd1" providerId="ADAL" clId="{819C7937-D085-4ED3-9F51-B2FB7BE13451}" dt="2025-12-18T16:25:14.891" v="6738" actId="20577"/>
          <ac:spMkLst>
            <pc:docMk/>
            <pc:sldMk cId="2629841598" sldId="283"/>
            <ac:spMk id="2" creationId="{C86833A5-9BE1-7446-DD58-C28B3EF6F24E}"/>
          </ac:spMkLst>
        </pc:spChg>
        <pc:spChg chg="del">
          <ac:chgData name="Seehafer, Parker Daniel" userId="ae4adaed-a39a-43f8-91db-d03355f31fd1" providerId="ADAL" clId="{819C7937-D085-4ED3-9F51-B2FB7BE13451}" dt="2025-12-18T16:17:43.554" v="6226" actId="931"/>
          <ac:spMkLst>
            <pc:docMk/>
            <pc:sldMk cId="2629841598" sldId="283"/>
            <ac:spMk id="3" creationId="{0798A279-68CD-861B-1949-53B865FB23AB}"/>
          </ac:spMkLst>
        </pc:spChg>
        <pc:spChg chg="mod">
          <ac:chgData name="Seehafer, Parker Daniel" userId="ae4adaed-a39a-43f8-91db-d03355f31fd1" providerId="ADAL" clId="{819C7937-D085-4ED3-9F51-B2FB7BE13451}" dt="2025-12-18T16:27:32.361" v="7346" actId="33524"/>
          <ac:spMkLst>
            <pc:docMk/>
            <pc:sldMk cId="2629841598" sldId="283"/>
            <ac:spMk id="4" creationId="{4595BDB3-4CA6-A64A-7D9B-00217B6CF0A9}"/>
          </ac:spMkLst>
        </pc:spChg>
        <pc:picChg chg="add mod">
          <ac:chgData name="Seehafer, Parker Daniel" userId="ae4adaed-a39a-43f8-91db-d03355f31fd1" providerId="ADAL" clId="{819C7937-D085-4ED3-9F51-B2FB7BE13451}" dt="2025-12-18T16:17:45.656" v="6227" actId="27614"/>
          <ac:picMkLst>
            <pc:docMk/>
            <pc:sldMk cId="2629841598" sldId="283"/>
            <ac:picMk id="6" creationId="{C786B35D-B199-3DFA-11F0-290F49A0A4A8}"/>
          </ac:picMkLst>
        </pc:picChg>
      </pc:sldChg>
    </pc:docChg>
  </pc:docChgLst>
  <pc:docChgLst>
    <pc:chgData name="Sutherland, Noah James" userId="S::suthernj6055@uwec.edu::4010dd30-2948-457b-b648-b699e3b163ca" providerId="AD" clId="Web-{8E0DCE4E-8671-2F4B-D463-0880439EC5C5}"/>
    <pc:docChg chg="modSld">
      <pc:chgData name="Sutherland, Noah James" userId="S::suthernj6055@uwec.edu::4010dd30-2948-457b-b648-b699e3b163ca" providerId="AD" clId="Web-{8E0DCE4E-8671-2F4B-D463-0880439EC5C5}" dt="2025-12-17T21:33:35.779" v="0" actId="20577"/>
      <pc:docMkLst>
        <pc:docMk/>
      </pc:docMkLst>
      <pc:sldChg chg="modSp">
        <pc:chgData name="Sutherland, Noah James" userId="S::suthernj6055@uwec.edu::4010dd30-2948-457b-b648-b699e3b163ca" providerId="AD" clId="Web-{8E0DCE4E-8671-2F4B-D463-0880439EC5C5}" dt="2025-12-17T21:33:35.779" v="0" actId="20577"/>
        <pc:sldMkLst>
          <pc:docMk/>
          <pc:sldMk cId="3779190765" sldId="266"/>
        </pc:sldMkLst>
        <pc:spChg chg="mod">
          <ac:chgData name="Sutherland, Noah James" userId="S::suthernj6055@uwec.edu::4010dd30-2948-457b-b648-b699e3b163ca" providerId="AD" clId="Web-{8E0DCE4E-8671-2F4B-D463-0880439EC5C5}" dt="2025-12-17T21:33:35.779" v="0" actId="20577"/>
          <ac:spMkLst>
            <pc:docMk/>
            <pc:sldMk cId="3779190765" sldId="266"/>
            <ac:spMk id="3" creationId="{12347594-C37E-E922-5E87-A3A8583D7047}"/>
          </ac:spMkLst>
        </pc:spChg>
      </pc:sldChg>
    </pc:docChg>
  </pc:docChgLst>
  <pc:docChgLst>
    <pc:chgData name="Sutherland, Noah James" userId="S::suthernj6055@uwec.edu::4010dd30-2948-457b-b648-b699e3b163ca" providerId="AD" clId="Web-{9497371E-AC5D-B13C-A7E3-178D80BC336F}"/>
    <pc:docChg chg="addSld delSld modSld sldOrd">
      <pc:chgData name="Sutherland, Noah James" userId="S::suthernj6055@uwec.edu::4010dd30-2948-457b-b648-b699e3b163ca" providerId="AD" clId="Web-{9497371E-AC5D-B13C-A7E3-178D80BC336F}" dt="2025-12-18T23:31:35.778" v="1298"/>
      <pc:docMkLst>
        <pc:docMk/>
      </pc:docMkLst>
      <pc:sldChg chg="modSp">
        <pc:chgData name="Sutherland, Noah James" userId="S::suthernj6055@uwec.edu::4010dd30-2948-457b-b648-b699e3b163ca" providerId="AD" clId="Web-{9497371E-AC5D-B13C-A7E3-178D80BC336F}" dt="2025-12-18T22:09:05.829" v="958" actId="20577"/>
        <pc:sldMkLst>
          <pc:docMk/>
          <pc:sldMk cId="1991460521" sldId="257"/>
        </pc:sldMkLst>
        <pc:spChg chg="mod">
          <ac:chgData name="Sutherland, Noah James" userId="S::suthernj6055@uwec.edu::4010dd30-2948-457b-b648-b699e3b163ca" providerId="AD" clId="Web-{9497371E-AC5D-B13C-A7E3-178D80BC336F}" dt="2025-12-18T22:09:05.829" v="958" actId="20577"/>
          <ac:spMkLst>
            <pc:docMk/>
            <pc:sldMk cId="1991460521" sldId="257"/>
            <ac:spMk id="3" creationId="{B16717F9-B777-93EE-9315-DF6615C82016}"/>
          </ac:spMkLst>
        </pc:spChg>
      </pc:sldChg>
      <pc:sldChg chg="modSp del ord">
        <pc:chgData name="Sutherland, Noah James" userId="S::suthernj6055@uwec.edu::4010dd30-2948-457b-b648-b699e3b163ca" providerId="AD" clId="Web-{9497371E-AC5D-B13C-A7E3-178D80BC336F}" dt="2025-12-18T21:48:01.239" v="49"/>
        <pc:sldMkLst>
          <pc:docMk/>
          <pc:sldMk cId="2484220356" sldId="262"/>
        </pc:sldMkLst>
        <pc:picChg chg="mod">
          <ac:chgData name="Sutherland, Noah James" userId="S::suthernj6055@uwec.edu::4010dd30-2948-457b-b648-b699e3b163ca" providerId="AD" clId="Web-{9497371E-AC5D-B13C-A7E3-178D80BC336F}" dt="2025-12-18T21:47:24.442" v="44" actId="1076"/>
          <ac:picMkLst>
            <pc:docMk/>
            <pc:sldMk cId="2484220356" sldId="262"/>
            <ac:picMk id="6" creationId="{47C04FA6-3968-F1A1-51DB-BE0DAF9812B6}"/>
          </ac:picMkLst>
        </pc:picChg>
      </pc:sldChg>
      <pc:sldChg chg="addSp delSp modSp mod ord setBg setClrOvrMap">
        <pc:chgData name="Sutherland, Noah James" userId="S::suthernj6055@uwec.edu::4010dd30-2948-457b-b648-b699e3b163ca" providerId="AD" clId="Web-{9497371E-AC5D-B13C-A7E3-178D80BC336F}" dt="2025-12-18T21:52:09.535" v="308" actId="20577"/>
        <pc:sldMkLst>
          <pc:docMk/>
          <pc:sldMk cId="2737379094" sldId="263"/>
        </pc:sldMkLst>
        <pc:spChg chg="mod">
          <ac:chgData name="Sutherland, Noah James" userId="S::suthernj6055@uwec.edu::4010dd30-2948-457b-b648-b699e3b163ca" providerId="AD" clId="Web-{9497371E-AC5D-B13C-A7E3-178D80BC336F}" dt="2025-12-18T21:50:13.473" v="92"/>
          <ac:spMkLst>
            <pc:docMk/>
            <pc:sldMk cId="2737379094" sldId="263"/>
            <ac:spMk id="2" creationId="{FF02FA18-BDD6-876E-2E84-701B4449162A}"/>
          </ac:spMkLst>
        </pc:spChg>
        <pc:spChg chg="mod ord">
          <ac:chgData name="Sutherland, Noah James" userId="S::suthernj6055@uwec.edu::4010dd30-2948-457b-b648-b699e3b163ca" providerId="AD" clId="Web-{9497371E-AC5D-B13C-A7E3-178D80BC336F}" dt="2025-12-18T21:52:09.535" v="308" actId="20577"/>
          <ac:spMkLst>
            <pc:docMk/>
            <pc:sldMk cId="2737379094" sldId="263"/>
            <ac:spMk id="4" creationId="{CA2BF4DC-0602-39A7-3CA7-88FB0558A3D1}"/>
          </ac:spMkLst>
        </pc:spChg>
        <pc:spChg chg="del">
          <ac:chgData name="Sutherland, Noah James" userId="S::suthernj6055@uwec.edu::4010dd30-2948-457b-b648-b699e3b163ca" providerId="AD" clId="Web-{9497371E-AC5D-B13C-A7E3-178D80BC336F}" dt="2025-12-18T21:47:48.145" v="48"/>
          <ac:spMkLst>
            <pc:docMk/>
            <pc:sldMk cId="2737379094" sldId="263"/>
            <ac:spMk id="11" creationId="{4F645BF8-7885-4398-80BC-4C0DF24F5CEE}"/>
          </ac:spMkLst>
        </pc:spChg>
        <pc:spChg chg="add del">
          <ac:chgData name="Sutherland, Noah James" userId="S::suthernj6055@uwec.edu::4010dd30-2948-457b-b648-b699e3b163ca" providerId="AD" clId="Web-{9497371E-AC5D-B13C-A7E3-178D80BC336F}" dt="2025-12-18T21:47:48.145" v="48"/>
          <ac:spMkLst>
            <pc:docMk/>
            <pc:sldMk cId="2737379094" sldId="263"/>
            <ac:spMk id="13" creationId="{3212FB65-CD2B-4005-B910-132DCE19FCC7}"/>
          </ac:spMkLst>
        </pc:spChg>
        <pc:spChg chg="add del">
          <ac:chgData name="Sutherland, Noah James" userId="S::suthernj6055@uwec.edu::4010dd30-2948-457b-b648-b699e3b163ca" providerId="AD" clId="Web-{9497371E-AC5D-B13C-A7E3-178D80BC336F}" dt="2025-12-18T21:47:48.145" v="48"/>
          <ac:spMkLst>
            <pc:docMk/>
            <pc:sldMk cId="2737379094" sldId="263"/>
            <ac:spMk id="15" creationId="{B5DC95B7-2A72-483B-BA19-2BE751205541}"/>
          </ac:spMkLst>
        </pc:spChg>
        <pc:spChg chg="add del">
          <ac:chgData name="Sutherland, Noah James" userId="S::suthernj6055@uwec.edu::4010dd30-2948-457b-b648-b699e3b163ca" providerId="AD" clId="Web-{9497371E-AC5D-B13C-A7E3-178D80BC336F}" dt="2025-12-18T21:47:48.145" v="48"/>
          <ac:spMkLst>
            <pc:docMk/>
            <pc:sldMk cId="2737379094" sldId="263"/>
            <ac:spMk id="17" creationId="{1C822AFE-7E96-4A51-9E55-FCAEACD21357}"/>
          </ac:spMkLst>
        </pc:spChg>
        <pc:spChg chg="add del">
          <ac:chgData name="Sutherland, Noah James" userId="S::suthernj6055@uwec.edu::4010dd30-2948-457b-b648-b699e3b163ca" providerId="AD" clId="Web-{9497371E-AC5D-B13C-A7E3-178D80BC336F}" dt="2025-12-18T21:47:48.145" v="48"/>
          <ac:spMkLst>
            <pc:docMk/>
            <pc:sldMk cId="2737379094" sldId="263"/>
            <ac:spMk id="19" creationId="{9169EA61-C175-4B7E-807B-58199DEA7FB3}"/>
          </ac:spMkLst>
        </pc:spChg>
        <pc:spChg chg="add del">
          <ac:chgData name="Sutherland, Noah James" userId="S::suthernj6055@uwec.edu::4010dd30-2948-457b-b648-b699e3b163ca" providerId="AD" clId="Web-{9497371E-AC5D-B13C-A7E3-178D80BC336F}" dt="2025-12-18T21:47:48.145" v="47"/>
          <ac:spMkLst>
            <pc:docMk/>
            <pc:sldMk cId="2737379094" sldId="263"/>
            <ac:spMk id="26" creationId="{F4351E00-23D4-4170-AACC-F27A1EE3FF43}"/>
          </ac:spMkLst>
        </pc:spChg>
        <pc:spChg chg="add del">
          <ac:chgData name="Sutherland, Noah James" userId="S::suthernj6055@uwec.edu::4010dd30-2948-457b-b648-b699e3b163ca" providerId="AD" clId="Web-{9497371E-AC5D-B13C-A7E3-178D80BC336F}" dt="2025-12-18T21:47:48.145" v="47"/>
          <ac:spMkLst>
            <pc:docMk/>
            <pc:sldMk cId="2737379094" sldId="263"/>
            <ac:spMk id="28" creationId="{3033C1FA-44DC-4135-AC8E-99278C31781E}"/>
          </ac:spMkLst>
        </pc:spChg>
        <pc:spChg chg="add del">
          <ac:chgData name="Sutherland, Noah James" userId="S::suthernj6055@uwec.edu::4010dd30-2948-457b-b648-b699e3b163ca" providerId="AD" clId="Web-{9497371E-AC5D-B13C-A7E3-178D80BC336F}" dt="2025-12-18T21:47:48.145" v="47"/>
          <ac:spMkLst>
            <pc:docMk/>
            <pc:sldMk cId="2737379094" sldId="263"/>
            <ac:spMk id="30" creationId="{8481A727-51BA-47CD-BDF2-F800D0449B7C}"/>
          </ac:spMkLst>
        </pc:spChg>
        <pc:spChg chg="add del">
          <ac:chgData name="Sutherland, Noah James" userId="S::suthernj6055@uwec.edu::4010dd30-2948-457b-b648-b699e3b163ca" providerId="AD" clId="Web-{9497371E-AC5D-B13C-A7E3-178D80BC336F}" dt="2025-12-18T21:47:48.145" v="47"/>
          <ac:spMkLst>
            <pc:docMk/>
            <pc:sldMk cId="2737379094" sldId="263"/>
            <ac:spMk id="34" creationId="{E1D58C79-C053-45C6-AB6A-6BE55965B2E8}"/>
          </ac:spMkLst>
        </pc:spChg>
        <pc:spChg chg="add del">
          <ac:chgData name="Sutherland, Noah James" userId="S::suthernj6055@uwec.edu::4010dd30-2948-457b-b648-b699e3b163ca" providerId="AD" clId="Web-{9497371E-AC5D-B13C-A7E3-178D80BC336F}" dt="2025-12-18T21:47:48.145" v="47"/>
          <ac:spMkLst>
            <pc:docMk/>
            <pc:sldMk cId="2737379094" sldId="263"/>
            <ac:spMk id="36" creationId="{AF6B7092-FA11-45BD-B50D-DF79993015A4}"/>
          </ac:spMkLst>
        </pc:spChg>
        <pc:spChg chg="add del">
          <ac:chgData name="Sutherland, Noah James" userId="S::suthernj6055@uwec.edu::4010dd30-2948-457b-b648-b699e3b163ca" providerId="AD" clId="Web-{9497371E-AC5D-B13C-A7E3-178D80BC336F}" dt="2025-12-18T21:49:47.504" v="84"/>
          <ac:spMkLst>
            <pc:docMk/>
            <pc:sldMk cId="2737379094" sldId="263"/>
            <ac:spMk id="38" creationId="{40DCEEEA-6FE7-4541-9EB2-EF754066EE9B}"/>
          </ac:spMkLst>
        </pc:spChg>
        <pc:spChg chg="add del">
          <ac:chgData name="Sutherland, Noah James" userId="S::suthernj6055@uwec.edu::4010dd30-2948-457b-b648-b699e3b163ca" providerId="AD" clId="Web-{9497371E-AC5D-B13C-A7E3-178D80BC336F}" dt="2025-12-18T21:49:47.504" v="84"/>
          <ac:spMkLst>
            <pc:docMk/>
            <pc:sldMk cId="2737379094" sldId="263"/>
            <ac:spMk id="39" creationId="{03A72D00-0CA4-4A88-86CE-B1FB393C52C2}"/>
          </ac:spMkLst>
        </pc:spChg>
        <pc:spChg chg="add del">
          <ac:chgData name="Sutherland, Noah James" userId="S::suthernj6055@uwec.edu::4010dd30-2948-457b-b648-b699e3b163ca" providerId="AD" clId="Web-{9497371E-AC5D-B13C-A7E3-178D80BC336F}" dt="2025-12-18T21:49:47.504" v="84"/>
          <ac:spMkLst>
            <pc:docMk/>
            <pc:sldMk cId="2737379094" sldId="263"/>
            <ac:spMk id="40" creationId="{6B086509-1281-468A-AAAC-1BBEDAE75736}"/>
          </ac:spMkLst>
        </pc:spChg>
        <pc:spChg chg="add del">
          <ac:chgData name="Sutherland, Noah James" userId="S::suthernj6055@uwec.edu::4010dd30-2948-457b-b648-b699e3b163ca" providerId="AD" clId="Web-{9497371E-AC5D-B13C-A7E3-178D80BC336F}" dt="2025-12-18T21:49:47.504" v="84"/>
          <ac:spMkLst>
            <pc:docMk/>
            <pc:sldMk cId="2737379094" sldId="263"/>
            <ac:spMk id="41" creationId="{EEA73850-2107-4E65-85FE-EDD3F45FCDA2}"/>
          </ac:spMkLst>
        </pc:spChg>
        <pc:spChg chg="add del">
          <ac:chgData name="Sutherland, Noah James" userId="S::suthernj6055@uwec.edu::4010dd30-2948-457b-b648-b699e3b163ca" providerId="AD" clId="Web-{9497371E-AC5D-B13C-A7E3-178D80BC336F}" dt="2025-12-18T21:49:47.489" v="83"/>
          <ac:spMkLst>
            <pc:docMk/>
            <pc:sldMk cId="2737379094" sldId="263"/>
            <ac:spMk id="46" creationId="{BBED7469-0D10-44CB-A4C2-C1124B3CA59F}"/>
          </ac:spMkLst>
        </pc:spChg>
        <pc:spChg chg="add del">
          <ac:chgData name="Sutherland, Noah James" userId="S::suthernj6055@uwec.edu::4010dd30-2948-457b-b648-b699e3b163ca" providerId="AD" clId="Web-{9497371E-AC5D-B13C-A7E3-178D80BC336F}" dt="2025-12-18T21:49:47.489" v="83"/>
          <ac:spMkLst>
            <pc:docMk/>
            <pc:sldMk cId="2737379094" sldId="263"/>
            <ac:spMk id="48" creationId="{F4351E00-23D4-4170-AACC-F27A1EE3FF43}"/>
          </ac:spMkLst>
        </pc:spChg>
        <pc:spChg chg="add del">
          <ac:chgData name="Sutherland, Noah James" userId="S::suthernj6055@uwec.edu::4010dd30-2948-457b-b648-b699e3b163ca" providerId="AD" clId="Web-{9497371E-AC5D-B13C-A7E3-178D80BC336F}" dt="2025-12-18T21:49:47.489" v="83"/>
          <ac:spMkLst>
            <pc:docMk/>
            <pc:sldMk cId="2737379094" sldId="263"/>
            <ac:spMk id="50" creationId="{EA992460-7FA3-40FE-A958-BCD1981B96FB}"/>
          </ac:spMkLst>
        </pc:spChg>
        <pc:spChg chg="add del">
          <ac:chgData name="Sutherland, Noah James" userId="S::suthernj6055@uwec.edu::4010dd30-2948-457b-b648-b699e3b163ca" providerId="AD" clId="Web-{9497371E-AC5D-B13C-A7E3-178D80BC336F}" dt="2025-12-18T21:49:47.489" v="83"/>
          <ac:spMkLst>
            <pc:docMk/>
            <pc:sldMk cId="2737379094" sldId="263"/>
            <ac:spMk id="52" creationId="{ADF57D5B-380D-48E9-8DAD-DD500FE80A01}"/>
          </ac:spMkLst>
        </pc:spChg>
        <pc:spChg chg="add del">
          <ac:chgData name="Sutherland, Noah James" userId="S::suthernj6055@uwec.edu::4010dd30-2948-457b-b648-b699e3b163ca" providerId="AD" clId="Web-{9497371E-AC5D-B13C-A7E3-178D80BC336F}" dt="2025-12-18T21:49:47.489" v="83"/>
          <ac:spMkLst>
            <pc:docMk/>
            <pc:sldMk cId="2737379094" sldId="263"/>
            <ac:spMk id="58" creationId="{F125053E-1062-4FE2-974C-546DC769D9F5}"/>
          </ac:spMkLst>
        </pc:spChg>
        <pc:spChg chg="add del">
          <ac:chgData name="Sutherland, Noah James" userId="S::suthernj6055@uwec.edu::4010dd30-2948-457b-b648-b699e3b163ca" providerId="AD" clId="Web-{9497371E-AC5D-B13C-A7E3-178D80BC336F}" dt="2025-12-18T21:50:13.473" v="92"/>
          <ac:spMkLst>
            <pc:docMk/>
            <pc:sldMk cId="2737379094" sldId="263"/>
            <ac:spMk id="60" creationId="{40DCEEEA-6FE7-4541-9EB2-EF754066EE9B}"/>
          </ac:spMkLst>
        </pc:spChg>
        <pc:spChg chg="add del">
          <ac:chgData name="Sutherland, Noah James" userId="S::suthernj6055@uwec.edu::4010dd30-2948-457b-b648-b699e3b163ca" providerId="AD" clId="Web-{9497371E-AC5D-B13C-A7E3-178D80BC336F}" dt="2025-12-18T21:50:13.473" v="92"/>
          <ac:spMkLst>
            <pc:docMk/>
            <pc:sldMk cId="2737379094" sldId="263"/>
            <ac:spMk id="61" creationId="{03A72D00-0CA4-4A88-86CE-B1FB393C52C2}"/>
          </ac:spMkLst>
        </pc:spChg>
        <pc:spChg chg="add del">
          <ac:chgData name="Sutherland, Noah James" userId="S::suthernj6055@uwec.edu::4010dd30-2948-457b-b648-b699e3b163ca" providerId="AD" clId="Web-{9497371E-AC5D-B13C-A7E3-178D80BC336F}" dt="2025-12-18T21:50:13.473" v="92"/>
          <ac:spMkLst>
            <pc:docMk/>
            <pc:sldMk cId="2737379094" sldId="263"/>
            <ac:spMk id="62" creationId="{6B086509-1281-468A-AAAC-1BBEDAE75736}"/>
          </ac:spMkLst>
        </pc:spChg>
        <pc:spChg chg="add del">
          <ac:chgData name="Sutherland, Noah James" userId="S::suthernj6055@uwec.edu::4010dd30-2948-457b-b648-b699e3b163ca" providerId="AD" clId="Web-{9497371E-AC5D-B13C-A7E3-178D80BC336F}" dt="2025-12-18T21:50:13.473" v="92"/>
          <ac:spMkLst>
            <pc:docMk/>
            <pc:sldMk cId="2737379094" sldId="263"/>
            <ac:spMk id="63" creationId="{EEA73850-2107-4E65-85FE-EDD3F45FCDA2}"/>
          </ac:spMkLst>
        </pc:spChg>
        <pc:spChg chg="add">
          <ac:chgData name="Sutherland, Noah James" userId="S::suthernj6055@uwec.edu::4010dd30-2948-457b-b648-b699e3b163ca" providerId="AD" clId="Web-{9497371E-AC5D-B13C-A7E3-178D80BC336F}" dt="2025-12-18T21:50:13.473" v="92"/>
          <ac:spMkLst>
            <pc:docMk/>
            <pc:sldMk cId="2737379094" sldId="263"/>
            <ac:spMk id="68" creationId="{40DCEEEA-6FE7-4541-9EB2-EF754066EE9B}"/>
          </ac:spMkLst>
        </pc:spChg>
        <pc:spChg chg="add">
          <ac:chgData name="Sutherland, Noah James" userId="S::suthernj6055@uwec.edu::4010dd30-2948-457b-b648-b699e3b163ca" providerId="AD" clId="Web-{9497371E-AC5D-B13C-A7E3-178D80BC336F}" dt="2025-12-18T21:50:13.473" v="92"/>
          <ac:spMkLst>
            <pc:docMk/>
            <pc:sldMk cId="2737379094" sldId="263"/>
            <ac:spMk id="70" creationId="{03A72D00-0CA4-4A88-86CE-B1FB393C52C2}"/>
          </ac:spMkLst>
        </pc:spChg>
        <pc:spChg chg="add">
          <ac:chgData name="Sutherland, Noah James" userId="S::suthernj6055@uwec.edu::4010dd30-2948-457b-b648-b699e3b163ca" providerId="AD" clId="Web-{9497371E-AC5D-B13C-A7E3-178D80BC336F}" dt="2025-12-18T21:50:13.473" v="92"/>
          <ac:spMkLst>
            <pc:docMk/>
            <pc:sldMk cId="2737379094" sldId="263"/>
            <ac:spMk id="72" creationId="{A1DFCBE5-52C1-48A9-89CF-E7D68CCA1620}"/>
          </ac:spMkLst>
        </pc:spChg>
        <pc:spChg chg="add">
          <ac:chgData name="Sutherland, Noah James" userId="S::suthernj6055@uwec.edu::4010dd30-2948-457b-b648-b699e3b163ca" providerId="AD" clId="Web-{9497371E-AC5D-B13C-A7E3-178D80BC336F}" dt="2025-12-18T21:50:13.473" v="92"/>
          <ac:spMkLst>
            <pc:docMk/>
            <pc:sldMk cId="2737379094" sldId="263"/>
            <ac:spMk id="74" creationId="{EB17C8F6-D357-4254-BBAC-96B01EEBE162}"/>
          </ac:spMkLst>
        </pc:spChg>
        <pc:picChg chg="add mod">
          <ac:chgData name="Sutherland, Noah James" userId="S::suthernj6055@uwec.edu::4010dd30-2948-457b-b648-b699e3b163ca" providerId="AD" clId="Web-{9497371E-AC5D-B13C-A7E3-178D80BC336F}" dt="2025-12-18T21:50:25.426" v="95" actId="14100"/>
          <ac:picMkLst>
            <pc:docMk/>
            <pc:sldMk cId="2737379094" sldId="263"/>
            <ac:picMk id="5" creationId="{64117E84-CF4A-3D0F-A671-614FB2DD4DEB}"/>
          </ac:picMkLst>
        </pc:picChg>
        <pc:picChg chg="mod">
          <ac:chgData name="Sutherland, Noah James" userId="S::suthernj6055@uwec.edu::4010dd30-2948-457b-b648-b699e3b163ca" providerId="AD" clId="Web-{9497371E-AC5D-B13C-A7E3-178D80BC336F}" dt="2025-12-18T21:50:27.801" v="96" actId="14100"/>
          <ac:picMkLst>
            <pc:docMk/>
            <pc:sldMk cId="2737379094" sldId="263"/>
            <ac:picMk id="6" creationId="{DEF9B540-2F5E-B5BB-0646-09BC984377E6}"/>
          </ac:picMkLst>
        </pc:picChg>
      </pc:sldChg>
      <pc:sldChg chg="addSp delSp modSp">
        <pc:chgData name="Sutherland, Noah James" userId="S::suthernj6055@uwec.edu::4010dd30-2948-457b-b648-b699e3b163ca" providerId="AD" clId="Web-{9497371E-AC5D-B13C-A7E3-178D80BC336F}" dt="2025-12-18T22:01:33.877" v="658" actId="20577"/>
        <pc:sldMkLst>
          <pc:docMk/>
          <pc:sldMk cId="3342915291" sldId="265"/>
        </pc:sldMkLst>
        <pc:spChg chg="mod">
          <ac:chgData name="Sutherland, Noah James" userId="S::suthernj6055@uwec.edu::4010dd30-2948-457b-b648-b699e3b163ca" providerId="AD" clId="Web-{9497371E-AC5D-B13C-A7E3-178D80BC336F}" dt="2025-12-18T22:01:33.877" v="658" actId="20577"/>
          <ac:spMkLst>
            <pc:docMk/>
            <pc:sldMk cId="3342915291" sldId="265"/>
            <ac:spMk id="4" creationId="{D4547A33-8C6B-8F19-FD52-CFE8509FC131}"/>
          </ac:spMkLst>
        </pc:spChg>
        <pc:picChg chg="add del mod">
          <ac:chgData name="Sutherland, Noah James" userId="S::suthernj6055@uwec.edu::4010dd30-2948-457b-b648-b699e3b163ca" providerId="AD" clId="Web-{9497371E-AC5D-B13C-A7E3-178D80BC336F}" dt="2025-12-18T21:48:33.504" v="53"/>
          <ac:picMkLst>
            <pc:docMk/>
            <pc:sldMk cId="3342915291" sldId="265"/>
            <ac:picMk id="3" creationId="{0E8D218C-DDDB-5324-D4D0-23FC13F28408}"/>
          </ac:picMkLst>
        </pc:picChg>
        <pc:picChg chg="mod">
          <ac:chgData name="Sutherland, Noah James" userId="S::suthernj6055@uwec.edu::4010dd30-2948-457b-b648-b699e3b163ca" providerId="AD" clId="Web-{9497371E-AC5D-B13C-A7E3-178D80BC336F}" dt="2025-12-18T21:44:22.661" v="38" actId="1076"/>
          <ac:picMkLst>
            <pc:docMk/>
            <pc:sldMk cId="3342915291" sldId="265"/>
            <ac:picMk id="6" creationId="{5F8ABD21-7272-19DC-120B-D8BD46A3F500}"/>
          </ac:picMkLst>
        </pc:picChg>
      </pc:sldChg>
      <pc:sldChg chg="del">
        <pc:chgData name="Sutherland, Noah James" userId="S::suthernj6055@uwec.edu::4010dd30-2948-457b-b648-b699e3b163ca" providerId="AD" clId="Web-{9497371E-AC5D-B13C-A7E3-178D80BC336F}" dt="2025-12-18T22:27:40.123" v="1290"/>
        <pc:sldMkLst>
          <pc:docMk/>
          <pc:sldMk cId="2470731923" sldId="271"/>
        </pc:sldMkLst>
      </pc:sldChg>
      <pc:sldChg chg="addSp delSp modSp">
        <pc:chgData name="Sutherland, Noah James" userId="S::suthernj6055@uwec.edu::4010dd30-2948-457b-b648-b699e3b163ca" providerId="AD" clId="Web-{9497371E-AC5D-B13C-A7E3-178D80BC336F}" dt="2025-12-18T23:31:35.778" v="1298"/>
        <pc:sldMkLst>
          <pc:docMk/>
          <pc:sldMk cId="2574637358" sldId="272"/>
        </pc:sldMkLst>
        <pc:spChg chg="mod">
          <ac:chgData name="Sutherland, Noah James" userId="S::suthernj6055@uwec.edu::4010dd30-2948-457b-b648-b699e3b163ca" providerId="AD" clId="Web-{9497371E-AC5D-B13C-A7E3-178D80BC336F}" dt="2025-12-18T21:24:58.880" v="17" actId="1076"/>
          <ac:spMkLst>
            <pc:docMk/>
            <pc:sldMk cId="2574637358" sldId="272"/>
            <ac:spMk id="2" creationId="{E1E4A122-1FBE-856B-C940-EFBFB6633F2A}"/>
          </ac:spMkLst>
        </pc:spChg>
        <pc:spChg chg="del mod">
          <ac:chgData name="Sutherland, Noah James" userId="S::suthernj6055@uwec.edu::4010dd30-2948-457b-b648-b699e3b163ca" providerId="AD" clId="Web-{9497371E-AC5D-B13C-A7E3-178D80BC336F}" dt="2025-12-18T22:24:56.405" v="1289"/>
          <ac:spMkLst>
            <pc:docMk/>
            <pc:sldMk cId="2574637358" sldId="272"/>
            <ac:spMk id="3" creationId="{7E2FA4C9-3D1C-70C6-CBC3-5771CA6ACB6F}"/>
          </ac:spMkLst>
        </pc:spChg>
        <pc:spChg chg="add mod">
          <ac:chgData name="Sutherland, Noah James" userId="S::suthernj6055@uwec.edu::4010dd30-2948-457b-b648-b699e3b163ca" providerId="AD" clId="Web-{9497371E-AC5D-B13C-A7E3-178D80BC336F}" dt="2025-12-18T21:44:00.598" v="36" actId="1076"/>
          <ac:spMkLst>
            <pc:docMk/>
            <pc:sldMk cId="2574637358" sldId="272"/>
            <ac:spMk id="5" creationId="{BE271852-DA06-3C75-BCCB-68F08A82FF19}"/>
          </ac:spMkLst>
        </pc:spChg>
        <pc:spChg chg="add del mod">
          <ac:chgData name="Sutherland, Noah James" userId="S::suthernj6055@uwec.edu::4010dd30-2948-457b-b648-b699e3b163ca" providerId="AD" clId="Web-{9497371E-AC5D-B13C-A7E3-178D80BC336F}" dt="2025-12-18T23:31:35.778" v="1298"/>
          <ac:spMkLst>
            <pc:docMk/>
            <pc:sldMk cId="2574637358" sldId="272"/>
            <ac:spMk id="7" creationId="{05771322-9651-9C47-F302-F139B8CCF9A0}"/>
          </ac:spMkLst>
        </pc:spChg>
      </pc:sldChg>
      <pc:sldChg chg="del">
        <pc:chgData name="Sutherland, Noah James" userId="S::suthernj6055@uwec.edu::4010dd30-2948-457b-b648-b699e3b163ca" providerId="AD" clId="Web-{9497371E-AC5D-B13C-A7E3-178D80BC336F}" dt="2025-12-18T22:27:44.810" v="1291"/>
        <pc:sldMkLst>
          <pc:docMk/>
          <pc:sldMk cId="645332842" sldId="273"/>
        </pc:sldMkLst>
      </pc:sldChg>
      <pc:sldChg chg="addSp delSp modSp add replId">
        <pc:chgData name="Sutherland, Noah James" userId="S::suthernj6055@uwec.edu::4010dd30-2948-457b-b648-b699e3b163ca" providerId="AD" clId="Web-{9497371E-AC5D-B13C-A7E3-178D80BC336F}" dt="2025-12-18T22:00:38.736" v="583" actId="1076"/>
        <pc:sldMkLst>
          <pc:docMk/>
          <pc:sldMk cId="3767627042" sldId="284"/>
        </pc:sldMkLst>
        <pc:spChg chg="del mod">
          <ac:chgData name="Sutherland, Noah James" userId="S::suthernj6055@uwec.edu::4010dd30-2948-457b-b648-b699e3b163ca" providerId="AD" clId="Web-{9497371E-AC5D-B13C-A7E3-178D80BC336F}" dt="2025-12-18T22:00:34.752" v="581"/>
          <ac:spMkLst>
            <pc:docMk/>
            <pc:sldMk cId="3767627042" sldId="284"/>
            <ac:spMk id="4" creationId="{CAFAF35A-A53D-3FD2-D956-5A5B16DBF148}"/>
          </ac:spMkLst>
        </pc:spChg>
        <pc:spChg chg="add del mod">
          <ac:chgData name="Sutherland, Noah James" userId="S::suthernj6055@uwec.edu::4010dd30-2948-457b-b648-b699e3b163ca" providerId="AD" clId="Web-{9497371E-AC5D-B13C-A7E3-178D80BC336F}" dt="2025-12-18T21:48:36.551" v="55"/>
          <ac:spMkLst>
            <pc:docMk/>
            <pc:sldMk cId="3767627042" sldId="284"/>
            <ac:spMk id="5" creationId="{89298BD4-AADE-0E4E-B5AC-1CB447742963}"/>
          </ac:spMkLst>
        </pc:spChg>
        <pc:spChg chg="del">
          <ac:chgData name="Sutherland, Noah James" userId="S::suthernj6055@uwec.edu::4010dd30-2948-457b-b648-b699e3b163ca" providerId="AD" clId="Web-{9497371E-AC5D-B13C-A7E3-178D80BC336F}" dt="2025-12-18T22:00:30.815" v="579"/>
          <ac:spMkLst>
            <pc:docMk/>
            <pc:sldMk cId="3767627042" sldId="284"/>
            <ac:spMk id="17" creationId="{7505802F-4677-7E28-CE45-B78D18E361B0}"/>
          </ac:spMkLst>
        </pc:spChg>
        <pc:picChg chg="del">
          <ac:chgData name="Sutherland, Noah James" userId="S::suthernj6055@uwec.edu::4010dd30-2948-457b-b648-b699e3b163ca" providerId="AD" clId="Web-{9497371E-AC5D-B13C-A7E3-178D80BC336F}" dt="2025-12-18T21:48:35.504" v="54"/>
          <ac:picMkLst>
            <pc:docMk/>
            <pc:sldMk cId="3767627042" sldId="284"/>
            <ac:picMk id="6" creationId="{C959FEF0-67D3-B035-935D-D526D93A4B0A}"/>
          </ac:picMkLst>
        </pc:picChg>
        <pc:picChg chg="add mod ord">
          <ac:chgData name="Sutherland, Noah James" userId="S::suthernj6055@uwec.edu::4010dd30-2948-457b-b648-b699e3b163ca" providerId="AD" clId="Web-{9497371E-AC5D-B13C-A7E3-178D80BC336F}" dt="2025-12-18T22:00:38.736" v="583" actId="1076"/>
          <ac:picMkLst>
            <pc:docMk/>
            <pc:sldMk cId="3767627042" sldId="284"/>
            <ac:picMk id="7" creationId="{BDF846E8-3E1E-2D36-33B3-B162A645C258}"/>
          </ac:picMkLst>
        </pc:picChg>
      </pc:sldChg>
      <pc:sldChg chg="addSp delSp modSp add replId">
        <pc:chgData name="Sutherland, Noah James" userId="S::suthernj6055@uwec.edu::4010dd30-2948-457b-b648-b699e3b163ca" providerId="AD" clId="Web-{9497371E-AC5D-B13C-A7E3-178D80BC336F}" dt="2025-12-18T22:03:54.642" v="785" actId="1076"/>
        <pc:sldMkLst>
          <pc:docMk/>
          <pc:sldMk cId="1449470092" sldId="285"/>
        </pc:sldMkLst>
        <pc:spChg chg="mod">
          <ac:chgData name="Sutherland, Noah James" userId="S::suthernj6055@uwec.edu::4010dd30-2948-457b-b648-b699e3b163ca" providerId="AD" clId="Web-{9497371E-AC5D-B13C-A7E3-178D80BC336F}" dt="2025-12-18T22:00:54.955" v="613" actId="20577"/>
          <ac:spMkLst>
            <pc:docMk/>
            <pc:sldMk cId="1449470092" sldId="285"/>
            <ac:spMk id="2" creationId="{5D40727D-EC0A-9FF4-A1AC-FE091C81B7DB}"/>
          </ac:spMkLst>
        </pc:spChg>
        <pc:spChg chg="del ord">
          <ac:chgData name="Sutherland, Noah James" userId="S::suthernj6055@uwec.edu::4010dd30-2948-457b-b648-b699e3b163ca" providerId="AD" clId="Web-{9497371E-AC5D-B13C-A7E3-178D80BC336F}" dt="2025-12-18T22:01:00.221" v="614"/>
          <ac:spMkLst>
            <pc:docMk/>
            <pc:sldMk cId="1449470092" sldId="285"/>
            <ac:spMk id="4" creationId="{590CDDC2-79A5-82C7-7895-09AD599A6BE3}"/>
          </ac:spMkLst>
        </pc:spChg>
        <pc:spChg chg="add del mod">
          <ac:chgData name="Sutherland, Noah James" userId="S::suthernj6055@uwec.edu::4010dd30-2948-457b-b648-b699e3b163ca" providerId="AD" clId="Web-{9497371E-AC5D-B13C-A7E3-178D80BC336F}" dt="2025-12-18T21:48:48.864" v="57"/>
          <ac:spMkLst>
            <pc:docMk/>
            <pc:sldMk cId="1449470092" sldId="285"/>
            <ac:spMk id="5" creationId="{2D26B64C-2779-3B6B-C725-BD0815DA179C}"/>
          </ac:spMkLst>
        </pc:spChg>
        <pc:spChg chg="del">
          <ac:chgData name="Sutherland, Noah James" userId="S::suthernj6055@uwec.edu::4010dd30-2948-457b-b648-b699e3b163ca" providerId="AD" clId="Web-{9497371E-AC5D-B13C-A7E3-178D80BC336F}" dt="2025-12-18T21:48:52.223" v="58"/>
          <ac:spMkLst>
            <pc:docMk/>
            <pc:sldMk cId="1449470092" sldId="285"/>
            <ac:spMk id="15" creationId="{27D60101-23E1-3211-D7A3-FF0DA4C6B7F9}"/>
          </ac:spMkLst>
        </pc:spChg>
        <pc:spChg chg="del">
          <ac:chgData name="Sutherland, Noah James" userId="S::suthernj6055@uwec.edu::4010dd30-2948-457b-b648-b699e3b163ca" providerId="AD" clId="Web-{9497371E-AC5D-B13C-A7E3-178D80BC336F}" dt="2025-12-18T21:48:52.223" v="58"/>
          <ac:spMkLst>
            <pc:docMk/>
            <pc:sldMk cId="1449470092" sldId="285"/>
            <ac:spMk id="16" creationId="{30FFA6CD-806C-FF6A-605E-D9A86440C76D}"/>
          </ac:spMkLst>
        </pc:spChg>
        <pc:spChg chg="del">
          <ac:chgData name="Sutherland, Noah James" userId="S::suthernj6055@uwec.edu::4010dd30-2948-457b-b648-b699e3b163ca" providerId="AD" clId="Web-{9497371E-AC5D-B13C-A7E3-178D80BC336F}" dt="2025-12-18T21:48:52.223" v="58"/>
          <ac:spMkLst>
            <pc:docMk/>
            <pc:sldMk cId="1449470092" sldId="285"/>
            <ac:spMk id="17" creationId="{8AD9DBFD-F5E7-1E7E-4DEA-1EF196273FE8}"/>
          </ac:spMkLst>
        </pc:spChg>
        <pc:spChg chg="del">
          <ac:chgData name="Sutherland, Noah James" userId="S::suthernj6055@uwec.edu::4010dd30-2948-457b-b648-b699e3b163ca" providerId="AD" clId="Web-{9497371E-AC5D-B13C-A7E3-178D80BC336F}" dt="2025-12-18T21:48:52.223" v="58"/>
          <ac:spMkLst>
            <pc:docMk/>
            <pc:sldMk cId="1449470092" sldId="285"/>
            <ac:spMk id="18" creationId="{6812D4EA-0475-0E0B-074D-A7982DA6C7CC}"/>
          </ac:spMkLst>
        </pc:spChg>
        <pc:spChg chg="del">
          <ac:chgData name="Sutherland, Noah James" userId="S::suthernj6055@uwec.edu::4010dd30-2948-457b-b648-b699e3b163ca" providerId="AD" clId="Web-{9497371E-AC5D-B13C-A7E3-178D80BC336F}" dt="2025-12-18T21:48:52.223" v="58"/>
          <ac:spMkLst>
            <pc:docMk/>
            <pc:sldMk cId="1449470092" sldId="285"/>
            <ac:spMk id="19" creationId="{330AFECF-D8F8-4DCB-D1F7-ACE19DCAA581}"/>
          </ac:spMkLst>
        </pc:spChg>
        <pc:spChg chg="add">
          <ac:chgData name="Sutherland, Noah James" userId="S::suthernj6055@uwec.edu::4010dd30-2948-457b-b648-b699e3b163ca" providerId="AD" clId="Web-{9497371E-AC5D-B13C-A7E3-178D80BC336F}" dt="2025-12-18T21:48:52.223" v="58"/>
          <ac:spMkLst>
            <pc:docMk/>
            <pc:sldMk cId="1449470092" sldId="285"/>
            <ac:spMk id="24" creationId="{DB8424AB-D56B-4256-866A-5B54DE93C20F}"/>
          </ac:spMkLst>
        </pc:spChg>
        <pc:spChg chg="add">
          <ac:chgData name="Sutherland, Noah James" userId="S::suthernj6055@uwec.edu::4010dd30-2948-457b-b648-b699e3b163ca" providerId="AD" clId="Web-{9497371E-AC5D-B13C-A7E3-178D80BC336F}" dt="2025-12-18T21:48:52.223" v="58"/>
          <ac:spMkLst>
            <pc:docMk/>
            <pc:sldMk cId="1449470092" sldId="285"/>
            <ac:spMk id="26" creationId="{FC999C28-AD33-4EB7-A5F1-C06D10A5FDF7}"/>
          </ac:spMkLst>
        </pc:spChg>
        <pc:spChg chg="add">
          <ac:chgData name="Sutherland, Noah James" userId="S::suthernj6055@uwec.edu::4010dd30-2948-457b-b648-b699e3b163ca" providerId="AD" clId="Web-{9497371E-AC5D-B13C-A7E3-178D80BC336F}" dt="2025-12-18T21:48:52.223" v="58"/>
          <ac:spMkLst>
            <pc:docMk/>
            <pc:sldMk cId="1449470092" sldId="285"/>
            <ac:spMk id="30" creationId="{3126970D-C1E5-4FB1-84E8-86CB9CED1C80}"/>
          </ac:spMkLst>
        </pc:spChg>
        <pc:picChg chg="del">
          <ac:chgData name="Sutherland, Noah James" userId="S::suthernj6055@uwec.edu::4010dd30-2948-457b-b648-b699e3b163ca" providerId="AD" clId="Web-{9497371E-AC5D-B13C-A7E3-178D80BC336F}" dt="2025-12-18T21:48:44.676" v="56"/>
          <ac:picMkLst>
            <pc:docMk/>
            <pc:sldMk cId="1449470092" sldId="285"/>
            <ac:picMk id="6" creationId="{BB4B056A-BA2E-715E-E912-365A23A13914}"/>
          </ac:picMkLst>
        </pc:picChg>
        <pc:picChg chg="add mod ord">
          <ac:chgData name="Sutherland, Noah James" userId="S::suthernj6055@uwec.edu::4010dd30-2948-457b-b648-b699e3b163ca" providerId="AD" clId="Web-{9497371E-AC5D-B13C-A7E3-178D80BC336F}" dt="2025-12-18T22:03:54.642" v="785" actId="1076"/>
          <ac:picMkLst>
            <pc:docMk/>
            <pc:sldMk cId="1449470092" sldId="285"/>
            <ac:picMk id="7" creationId="{25F9F7FC-0E63-1320-1E6A-20AE89FB0A24}"/>
          </ac:picMkLst>
        </pc:picChg>
      </pc:sldChg>
      <pc:sldChg chg="addSp delSp modSp add replId">
        <pc:chgData name="Sutherland, Noah James" userId="S::suthernj6055@uwec.edu::4010dd30-2948-457b-b648-b699e3b163ca" providerId="AD" clId="Web-{9497371E-AC5D-B13C-A7E3-178D80BC336F}" dt="2025-12-18T22:04:49.970" v="837" actId="20577"/>
        <pc:sldMkLst>
          <pc:docMk/>
          <pc:sldMk cId="376391841" sldId="286"/>
        </pc:sldMkLst>
        <pc:spChg chg="mod">
          <ac:chgData name="Sutherland, Noah James" userId="S::suthernj6055@uwec.edu::4010dd30-2948-457b-b648-b699e3b163ca" providerId="AD" clId="Web-{9497371E-AC5D-B13C-A7E3-178D80BC336F}" dt="2025-12-18T21:57:50.987" v="362" actId="20577"/>
          <ac:spMkLst>
            <pc:docMk/>
            <pc:sldMk cId="376391841" sldId="286"/>
            <ac:spMk id="2" creationId="{2B75FDA0-B0BE-68E6-81D4-9C708C2D3157}"/>
          </ac:spMkLst>
        </pc:spChg>
        <pc:spChg chg="mod">
          <ac:chgData name="Sutherland, Noah James" userId="S::suthernj6055@uwec.edu::4010dd30-2948-457b-b648-b699e3b163ca" providerId="AD" clId="Web-{9497371E-AC5D-B13C-A7E3-178D80BC336F}" dt="2025-12-18T22:04:49.970" v="837" actId="20577"/>
          <ac:spMkLst>
            <pc:docMk/>
            <pc:sldMk cId="376391841" sldId="286"/>
            <ac:spMk id="4" creationId="{F56B8CF8-E710-223C-319C-C3C098343585}"/>
          </ac:spMkLst>
        </pc:spChg>
        <pc:spChg chg="add del mod">
          <ac:chgData name="Sutherland, Noah James" userId="S::suthernj6055@uwec.edu::4010dd30-2948-457b-b648-b699e3b163ca" providerId="AD" clId="Web-{9497371E-AC5D-B13C-A7E3-178D80BC336F}" dt="2025-12-18T21:55:02.597" v="311"/>
          <ac:spMkLst>
            <pc:docMk/>
            <pc:sldMk cId="376391841" sldId="286"/>
            <ac:spMk id="5" creationId="{E9CD8E06-D1E2-858A-0743-DFF327FB15F8}"/>
          </ac:spMkLst>
        </pc:spChg>
        <pc:spChg chg="add del mod">
          <ac:chgData name="Sutherland, Noah James" userId="S::suthernj6055@uwec.edu::4010dd30-2948-457b-b648-b699e3b163ca" providerId="AD" clId="Web-{9497371E-AC5D-B13C-A7E3-178D80BC336F}" dt="2025-12-18T21:55:11.362" v="314"/>
          <ac:spMkLst>
            <pc:docMk/>
            <pc:sldMk cId="376391841" sldId="286"/>
            <ac:spMk id="9" creationId="{8906CE61-2606-E2E8-6394-1E2AD3EF9826}"/>
          </ac:spMkLst>
        </pc:spChg>
        <pc:graphicFrameChg chg="add mod ord modGraphic">
          <ac:chgData name="Sutherland, Noah James" userId="S::suthernj6055@uwec.edu::4010dd30-2948-457b-b648-b699e3b163ca" providerId="AD" clId="Web-{9497371E-AC5D-B13C-A7E3-178D80BC336F}" dt="2025-12-18T21:57:30.284" v="349"/>
          <ac:graphicFrameMkLst>
            <pc:docMk/>
            <pc:sldMk cId="376391841" sldId="286"/>
            <ac:graphicFrameMk id="8" creationId="{7C99A170-ACC1-8CF4-8B69-B829A93516B1}"/>
          </ac:graphicFrameMkLst>
        </pc:graphicFrameChg>
        <pc:picChg chg="del">
          <ac:chgData name="Sutherland, Noah James" userId="S::suthernj6055@uwec.edu::4010dd30-2948-457b-b648-b699e3b163ca" providerId="AD" clId="Web-{9497371E-AC5D-B13C-A7E3-178D80BC336F}" dt="2025-12-18T21:53:39.191" v="310"/>
          <ac:picMkLst>
            <pc:docMk/>
            <pc:sldMk cId="376391841" sldId="286"/>
            <ac:picMk id="6" creationId="{B3083660-65EA-0AAA-B4BE-DB37AAD25636}"/>
          </ac:picMkLst>
        </pc:picChg>
      </pc:sldChg>
      <pc:sldChg chg="delSp modSp add replId">
        <pc:chgData name="Sutherland, Noah James" userId="S::suthernj6055@uwec.edu::4010dd30-2948-457b-b648-b699e3b163ca" providerId="AD" clId="Web-{9497371E-AC5D-B13C-A7E3-178D80BC336F}" dt="2025-12-18T23:13:18.312" v="1296" actId="20577"/>
        <pc:sldMkLst>
          <pc:docMk/>
          <pc:sldMk cId="3009330027" sldId="287"/>
        </pc:sldMkLst>
        <pc:spChg chg="mod">
          <ac:chgData name="Sutherland, Noah James" userId="S::suthernj6055@uwec.edu::4010dd30-2948-457b-b648-b699e3b163ca" providerId="AD" clId="Web-{9497371E-AC5D-B13C-A7E3-178D80BC336F}" dt="2025-12-18T22:04:13.033" v="797" actId="20577"/>
          <ac:spMkLst>
            <pc:docMk/>
            <pc:sldMk cId="3009330027" sldId="287"/>
            <ac:spMk id="2" creationId="{E0EA4344-A689-1189-5996-453F8114D947}"/>
          </ac:spMkLst>
        </pc:spChg>
        <pc:spChg chg="mod">
          <ac:chgData name="Sutherland, Noah James" userId="S::suthernj6055@uwec.edu::4010dd30-2948-457b-b648-b699e3b163ca" providerId="AD" clId="Web-{9497371E-AC5D-B13C-A7E3-178D80BC336F}" dt="2025-12-18T23:13:18.312" v="1296" actId="20577"/>
          <ac:spMkLst>
            <pc:docMk/>
            <pc:sldMk cId="3009330027" sldId="287"/>
            <ac:spMk id="3" creationId="{06C7C2D5-CF1F-3C5B-E79F-87A8AD787B64}"/>
          </ac:spMkLst>
        </pc:spChg>
        <pc:spChg chg="del">
          <ac:chgData name="Sutherland, Noah James" userId="S::suthernj6055@uwec.edu::4010dd30-2948-457b-b648-b699e3b163ca" providerId="AD" clId="Web-{9497371E-AC5D-B13C-A7E3-178D80BC336F}" dt="2025-12-18T22:04:15.455" v="798"/>
          <ac:spMkLst>
            <pc:docMk/>
            <pc:sldMk cId="3009330027" sldId="287"/>
            <ac:spMk id="4" creationId="{3838D700-455B-BBE7-0930-71474471DD37}"/>
          </ac:spMkLst>
        </pc:sp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CB7ED35-F1E2-4CF0-A145-2017B758A178}"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D7AB9E82-3B89-48A1-92BF-1FE540DECE6A}">
      <dgm:prSet/>
      <dgm:spPr/>
      <dgm:t>
        <a:bodyPr/>
        <a:lstStyle/>
        <a:p>
          <a:pPr>
            <a:lnSpc>
              <a:spcPct val="100000"/>
            </a:lnSpc>
            <a:defRPr cap="all"/>
          </a:pPr>
          <a:r>
            <a:rPr lang="en-US"/>
            <a:t>We analyzed nearly 90,000 titles in this CSV file, to be able to give an accurate prediction about how price affects how a game is perceived by the public. </a:t>
          </a:r>
        </a:p>
      </dgm:t>
    </dgm:pt>
    <dgm:pt modelId="{290E0AC5-BC1C-433F-9306-67CA33CDC289}" type="parTrans" cxnId="{2D4914E8-97D4-4D5E-8BB6-F64092805647}">
      <dgm:prSet/>
      <dgm:spPr/>
      <dgm:t>
        <a:bodyPr/>
        <a:lstStyle/>
        <a:p>
          <a:endParaRPr lang="en-US"/>
        </a:p>
      </dgm:t>
    </dgm:pt>
    <dgm:pt modelId="{E5B6A9CA-0803-4BC4-A3AF-DFA0F6EF5E89}" type="sibTrans" cxnId="{2D4914E8-97D4-4D5E-8BB6-F64092805647}">
      <dgm:prSet/>
      <dgm:spPr/>
      <dgm:t>
        <a:bodyPr/>
        <a:lstStyle/>
        <a:p>
          <a:endParaRPr lang="en-US"/>
        </a:p>
      </dgm:t>
    </dgm:pt>
    <dgm:pt modelId="{14CA5A5E-86C6-4C7F-8E83-D9791AE311BC}">
      <dgm:prSet/>
      <dgm:spPr/>
      <dgm:t>
        <a:bodyPr/>
        <a:lstStyle/>
        <a:p>
          <a:pPr>
            <a:lnSpc>
              <a:spcPct val="100000"/>
            </a:lnSpc>
            <a:defRPr cap="all"/>
          </a:pPr>
          <a:r>
            <a:rPr lang="en-US"/>
            <a:t>We used filtering functions to create accurate data.</a:t>
          </a:r>
        </a:p>
      </dgm:t>
    </dgm:pt>
    <dgm:pt modelId="{EA0B66D5-99A4-4F09-8736-35FD09BDF31D}" type="parTrans" cxnId="{BC66D52B-89B9-482B-AC2D-7E5650838ED8}">
      <dgm:prSet/>
      <dgm:spPr/>
      <dgm:t>
        <a:bodyPr/>
        <a:lstStyle/>
        <a:p>
          <a:endParaRPr lang="en-US"/>
        </a:p>
      </dgm:t>
    </dgm:pt>
    <dgm:pt modelId="{12A9C349-7FFE-4FB6-BFE3-AF94CE8C026D}" type="sibTrans" cxnId="{BC66D52B-89B9-482B-AC2D-7E5650838ED8}">
      <dgm:prSet/>
      <dgm:spPr/>
      <dgm:t>
        <a:bodyPr/>
        <a:lstStyle/>
        <a:p>
          <a:endParaRPr lang="en-US"/>
        </a:p>
      </dgm:t>
    </dgm:pt>
    <dgm:pt modelId="{5F386DB1-1B63-427F-A0D3-87D78C8F1607}">
      <dgm:prSet/>
      <dgm:spPr/>
      <dgm:t>
        <a:bodyPr/>
        <a:lstStyle/>
        <a:p>
          <a:pPr>
            <a:lnSpc>
              <a:spcPct val="100000"/>
            </a:lnSpc>
            <a:defRPr cap="all"/>
          </a:pPr>
          <a:r>
            <a:rPr lang="en-US"/>
            <a:t>We created graphs comparing price, and other variables that make sense for our project.</a:t>
          </a:r>
        </a:p>
      </dgm:t>
    </dgm:pt>
    <dgm:pt modelId="{04703FC7-DC5C-447A-9EC8-59FBAD459254}" type="parTrans" cxnId="{B50CD5ED-731D-41D0-92AC-A2E3493E0A15}">
      <dgm:prSet/>
      <dgm:spPr/>
      <dgm:t>
        <a:bodyPr/>
        <a:lstStyle/>
        <a:p>
          <a:endParaRPr lang="en-US"/>
        </a:p>
      </dgm:t>
    </dgm:pt>
    <dgm:pt modelId="{65A443C0-A7B7-4D11-BCD9-13BF9EF62A3A}" type="sibTrans" cxnId="{B50CD5ED-731D-41D0-92AC-A2E3493E0A15}">
      <dgm:prSet/>
      <dgm:spPr/>
      <dgm:t>
        <a:bodyPr/>
        <a:lstStyle/>
        <a:p>
          <a:endParaRPr lang="en-US"/>
        </a:p>
      </dgm:t>
    </dgm:pt>
    <dgm:pt modelId="{BD926847-A5B0-4439-BA74-76B3588471C4}">
      <dgm:prSet/>
      <dgm:spPr/>
      <dgm:t>
        <a:bodyPr/>
        <a:lstStyle/>
        <a:p>
          <a:pPr>
            <a:lnSpc>
              <a:spcPct val="100000"/>
            </a:lnSpc>
            <a:defRPr cap="all"/>
          </a:pPr>
          <a:r>
            <a:rPr lang="en-US"/>
            <a:t>We diminished bias within our data to create accurate inferences about price.</a:t>
          </a:r>
        </a:p>
      </dgm:t>
    </dgm:pt>
    <dgm:pt modelId="{9A20BF95-CFD1-4BDB-9788-10BF2E4841BB}" type="parTrans" cxnId="{D09B5537-472E-481C-A886-0D39287F58B3}">
      <dgm:prSet/>
      <dgm:spPr/>
      <dgm:t>
        <a:bodyPr/>
        <a:lstStyle/>
        <a:p>
          <a:endParaRPr lang="en-US"/>
        </a:p>
      </dgm:t>
    </dgm:pt>
    <dgm:pt modelId="{A5A66984-B256-47E3-950E-529188CC4550}" type="sibTrans" cxnId="{D09B5537-472E-481C-A886-0D39287F58B3}">
      <dgm:prSet/>
      <dgm:spPr/>
      <dgm:t>
        <a:bodyPr/>
        <a:lstStyle/>
        <a:p>
          <a:endParaRPr lang="en-US"/>
        </a:p>
      </dgm:t>
    </dgm:pt>
    <dgm:pt modelId="{1014A30E-A8E3-4D6C-89F1-6EE7790C69C9}" type="pres">
      <dgm:prSet presAssocID="{FCB7ED35-F1E2-4CF0-A145-2017B758A178}" presName="root" presStyleCnt="0">
        <dgm:presLayoutVars>
          <dgm:dir/>
          <dgm:resizeHandles val="exact"/>
        </dgm:presLayoutVars>
      </dgm:prSet>
      <dgm:spPr/>
    </dgm:pt>
    <dgm:pt modelId="{0BA10D80-B65B-49E4-9B4B-2A437B09DD87}" type="pres">
      <dgm:prSet presAssocID="{D7AB9E82-3B89-48A1-92BF-1FE540DECE6A}" presName="compNode" presStyleCnt="0"/>
      <dgm:spPr/>
    </dgm:pt>
    <dgm:pt modelId="{B0DD9EF7-E307-4912-A9BB-4F0223FE7059}" type="pres">
      <dgm:prSet presAssocID="{D7AB9E82-3B89-48A1-92BF-1FE540DECE6A}" presName="iconBgRect" presStyleLbl="bgShp" presStyleIdx="0" presStyleCnt="4"/>
      <dgm:spPr>
        <a:prstGeom prst="round2DiagRect">
          <a:avLst>
            <a:gd name="adj1" fmla="val 29727"/>
            <a:gd name="adj2" fmla="val 0"/>
          </a:avLst>
        </a:prstGeom>
      </dgm:spPr>
    </dgm:pt>
    <dgm:pt modelId="{0FD5C127-4B37-4A0F-96B5-FEA82A05C9F9}" type="pres">
      <dgm:prSet presAssocID="{D7AB9E82-3B89-48A1-92BF-1FE540DECE6A}"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ss Pieces"/>
        </a:ext>
      </dgm:extLst>
    </dgm:pt>
    <dgm:pt modelId="{39390BC2-A7AD-4926-A476-1DD4778627CF}" type="pres">
      <dgm:prSet presAssocID="{D7AB9E82-3B89-48A1-92BF-1FE540DECE6A}" presName="spaceRect" presStyleCnt="0"/>
      <dgm:spPr/>
    </dgm:pt>
    <dgm:pt modelId="{DCCDED48-24B2-4B44-B4D8-74A5AC50B6AC}" type="pres">
      <dgm:prSet presAssocID="{D7AB9E82-3B89-48A1-92BF-1FE540DECE6A}" presName="textRect" presStyleLbl="revTx" presStyleIdx="0" presStyleCnt="4">
        <dgm:presLayoutVars>
          <dgm:chMax val="1"/>
          <dgm:chPref val="1"/>
        </dgm:presLayoutVars>
      </dgm:prSet>
      <dgm:spPr/>
    </dgm:pt>
    <dgm:pt modelId="{0F26C252-1727-43E1-A456-F5C1FE788444}" type="pres">
      <dgm:prSet presAssocID="{E5B6A9CA-0803-4BC4-A3AF-DFA0F6EF5E89}" presName="sibTrans" presStyleCnt="0"/>
      <dgm:spPr/>
    </dgm:pt>
    <dgm:pt modelId="{570683BE-3E18-4BF9-BB2F-ACFE49AEC54E}" type="pres">
      <dgm:prSet presAssocID="{14CA5A5E-86C6-4C7F-8E83-D9791AE311BC}" presName="compNode" presStyleCnt="0"/>
      <dgm:spPr/>
    </dgm:pt>
    <dgm:pt modelId="{51C267E1-5180-4811-B644-3A2A9AF74144}" type="pres">
      <dgm:prSet presAssocID="{14CA5A5E-86C6-4C7F-8E83-D9791AE311BC}" presName="iconBgRect" presStyleLbl="bgShp" presStyleIdx="1" presStyleCnt="4"/>
      <dgm:spPr>
        <a:prstGeom prst="round2DiagRect">
          <a:avLst>
            <a:gd name="adj1" fmla="val 29727"/>
            <a:gd name="adj2" fmla="val 0"/>
          </a:avLst>
        </a:prstGeom>
      </dgm:spPr>
    </dgm:pt>
    <dgm:pt modelId="{86140B80-635B-435F-8318-CC9910FC820A}" type="pres">
      <dgm:prSet presAssocID="{14CA5A5E-86C6-4C7F-8E83-D9791AE311BC}"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ilter"/>
        </a:ext>
      </dgm:extLst>
    </dgm:pt>
    <dgm:pt modelId="{C65D767E-A31C-4F2B-917F-D0C5AB31F6D4}" type="pres">
      <dgm:prSet presAssocID="{14CA5A5E-86C6-4C7F-8E83-D9791AE311BC}" presName="spaceRect" presStyleCnt="0"/>
      <dgm:spPr/>
    </dgm:pt>
    <dgm:pt modelId="{E77DED29-FD7F-4C30-8E7D-AF01D4C89512}" type="pres">
      <dgm:prSet presAssocID="{14CA5A5E-86C6-4C7F-8E83-D9791AE311BC}" presName="textRect" presStyleLbl="revTx" presStyleIdx="1" presStyleCnt="4">
        <dgm:presLayoutVars>
          <dgm:chMax val="1"/>
          <dgm:chPref val="1"/>
        </dgm:presLayoutVars>
      </dgm:prSet>
      <dgm:spPr/>
    </dgm:pt>
    <dgm:pt modelId="{8612210B-407C-48FD-B9A3-00506BFB7DD7}" type="pres">
      <dgm:prSet presAssocID="{12A9C349-7FFE-4FB6-BFE3-AF94CE8C026D}" presName="sibTrans" presStyleCnt="0"/>
      <dgm:spPr/>
    </dgm:pt>
    <dgm:pt modelId="{CF4D7A87-3D40-4C61-846E-14D8D1C0F3A1}" type="pres">
      <dgm:prSet presAssocID="{5F386DB1-1B63-427F-A0D3-87D78C8F1607}" presName="compNode" presStyleCnt="0"/>
      <dgm:spPr/>
    </dgm:pt>
    <dgm:pt modelId="{38B586D8-B280-4CBE-B2D1-CE05D3023DFB}" type="pres">
      <dgm:prSet presAssocID="{5F386DB1-1B63-427F-A0D3-87D78C8F1607}" presName="iconBgRect" presStyleLbl="bgShp" presStyleIdx="2" presStyleCnt="4"/>
      <dgm:spPr>
        <a:prstGeom prst="round2DiagRect">
          <a:avLst>
            <a:gd name="adj1" fmla="val 29727"/>
            <a:gd name="adj2" fmla="val 0"/>
          </a:avLst>
        </a:prstGeom>
      </dgm:spPr>
    </dgm:pt>
    <dgm:pt modelId="{EECD251C-88B5-40F7-9A4A-75A6ADB023AB}" type="pres">
      <dgm:prSet presAssocID="{5F386DB1-1B63-427F-A0D3-87D78C8F1607}"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atistics"/>
        </a:ext>
      </dgm:extLst>
    </dgm:pt>
    <dgm:pt modelId="{2EE2657C-3C5D-4D4C-B7A7-19AA7FDA057C}" type="pres">
      <dgm:prSet presAssocID="{5F386DB1-1B63-427F-A0D3-87D78C8F1607}" presName="spaceRect" presStyleCnt="0"/>
      <dgm:spPr/>
    </dgm:pt>
    <dgm:pt modelId="{72DC9390-3441-40C7-9753-66A088794539}" type="pres">
      <dgm:prSet presAssocID="{5F386DB1-1B63-427F-A0D3-87D78C8F1607}" presName="textRect" presStyleLbl="revTx" presStyleIdx="2" presStyleCnt="4">
        <dgm:presLayoutVars>
          <dgm:chMax val="1"/>
          <dgm:chPref val="1"/>
        </dgm:presLayoutVars>
      </dgm:prSet>
      <dgm:spPr/>
    </dgm:pt>
    <dgm:pt modelId="{47E259EC-8DC5-4122-99D4-1494133C80DF}" type="pres">
      <dgm:prSet presAssocID="{65A443C0-A7B7-4D11-BCD9-13BF9EF62A3A}" presName="sibTrans" presStyleCnt="0"/>
      <dgm:spPr/>
    </dgm:pt>
    <dgm:pt modelId="{F46EA5BD-56A9-42E1-B199-AA408F0A5243}" type="pres">
      <dgm:prSet presAssocID="{BD926847-A5B0-4439-BA74-76B3588471C4}" presName="compNode" presStyleCnt="0"/>
      <dgm:spPr/>
    </dgm:pt>
    <dgm:pt modelId="{95CB6B8E-48D1-4224-A94D-97C55254A64B}" type="pres">
      <dgm:prSet presAssocID="{BD926847-A5B0-4439-BA74-76B3588471C4}" presName="iconBgRect" presStyleLbl="bgShp" presStyleIdx="3" presStyleCnt="4"/>
      <dgm:spPr>
        <a:prstGeom prst="round2DiagRect">
          <a:avLst>
            <a:gd name="adj1" fmla="val 29727"/>
            <a:gd name="adj2" fmla="val 0"/>
          </a:avLst>
        </a:prstGeom>
      </dgm:spPr>
    </dgm:pt>
    <dgm:pt modelId="{1FBC702B-654D-4912-B969-C08ACE4F5453}" type="pres">
      <dgm:prSet presAssocID="{BD926847-A5B0-4439-BA74-76B3588471C4}"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Question mark"/>
        </a:ext>
      </dgm:extLst>
    </dgm:pt>
    <dgm:pt modelId="{567C1A9F-3F56-44CA-AD58-E1B34B5EC46A}" type="pres">
      <dgm:prSet presAssocID="{BD926847-A5B0-4439-BA74-76B3588471C4}" presName="spaceRect" presStyleCnt="0"/>
      <dgm:spPr/>
    </dgm:pt>
    <dgm:pt modelId="{0005A1EC-6302-4B2E-9CBA-A4EC8F214AFB}" type="pres">
      <dgm:prSet presAssocID="{BD926847-A5B0-4439-BA74-76B3588471C4}" presName="textRect" presStyleLbl="revTx" presStyleIdx="3" presStyleCnt="4">
        <dgm:presLayoutVars>
          <dgm:chMax val="1"/>
          <dgm:chPref val="1"/>
        </dgm:presLayoutVars>
      </dgm:prSet>
      <dgm:spPr/>
    </dgm:pt>
  </dgm:ptLst>
  <dgm:cxnLst>
    <dgm:cxn modelId="{7C0CCE09-2257-4D5E-9738-1E66DDAFB51B}" type="presOf" srcId="{FCB7ED35-F1E2-4CF0-A145-2017B758A178}" destId="{1014A30E-A8E3-4D6C-89F1-6EE7790C69C9}" srcOrd="0" destOrd="0" presId="urn:microsoft.com/office/officeart/2018/5/layout/IconLeafLabelList"/>
    <dgm:cxn modelId="{030F4A19-E543-440F-85F7-6D23EED8277F}" type="presOf" srcId="{BD926847-A5B0-4439-BA74-76B3588471C4}" destId="{0005A1EC-6302-4B2E-9CBA-A4EC8F214AFB}" srcOrd="0" destOrd="0" presId="urn:microsoft.com/office/officeart/2018/5/layout/IconLeafLabelList"/>
    <dgm:cxn modelId="{20B99F1D-812C-4550-9D64-D6C7EEDD187C}" type="presOf" srcId="{5F386DB1-1B63-427F-A0D3-87D78C8F1607}" destId="{72DC9390-3441-40C7-9753-66A088794539}" srcOrd="0" destOrd="0" presId="urn:microsoft.com/office/officeart/2018/5/layout/IconLeafLabelList"/>
    <dgm:cxn modelId="{BC66D52B-89B9-482B-AC2D-7E5650838ED8}" srcId="{FCB7ED35-F1E2-4CF0-A145-2017B758A178}" destId="{14CA5A5E-86C6-4C7F-8E83-D9791AE311BC}" srcOrd="1" destOrd="0" parTransId="{EA0B66D5-99A4-4F09-8736-35FD09BDF31D}" sibTransId="{12A9C349-7FFE-4FB6-BFE3-AF94CE8C026D}"/>
    <dgm:cxn modelId="{D09B5537-472E-481C-A886-0D39287F58B3}" srcId="{FCB7ED35-F1E2-4CF0-A145-2017B758A178}" destId="{BD926847-A5B0-4439-BA74-76B3588471C4}" srcOrd="3" destOrd="0" parTransId="{9A20BF95-CFD1-4BDB-9788-10BF2E4841BB}" sibTransId="{A5A66984-B256-47E3-950E-529188CC4550}"/>
    <dgm:cxn modelId="{65C14E7F-7929-4AEC-AE75-D1B0720A3181}" type="presOf" srcId="{14CA5A5E-86C6-4C7F-8E83-D9791AE311BC}" destId="{E77DED29-FD7F-4C30-8E7D-AF01D4C89512}" srcOrd="0" destOrd="0" presId="urn:microsoft.com/office/officeart/2018/5/layout/IconLeafLabelList"/>
    <dgm:cxn modelId="{7901249C-1098-452A-BBF1-BACFA84183E5}" type="presOf" srcId="{D7AB9E82-3B89-48A1-92BF-1FE540DECE6A}" destId="{DCCDED48-24B2-4B44-B4D8-74A5AC50B6AC}" srcOrd="0" destOrd="0" presId="urn:microsoft.com/office/officeart/2018/5/layout/IconLeafLabelList"/>
    <dgm:cxn modelId="{2D4914E8-97D4-4D5E-8BB6-F64092805647}" srcId="{FCB7ED35-F1E2-4CF0-A145-2017B758A178}" destId="{D7AB9E82-3B89-48A1-92BF-1FE540DECE6A}" srcOrd="0" destOrd="0" parTransId="{290E0AC5-BC1C-433F-9306-67CA33CDC289}" sibTransId="{E5B6A9CA-0803-4BC4-A3AF-DFA0F6EF5E89}"/>
    <dgm:cxn modelId="{B50CD5ED-731D-41D0-92AC-A2E3493E0A15}" srcId="{FCB7ED35-F1E2-4CF0-A145-2017B758A178}" destId="{5F386DB1-1B63-427F-A0D3-87D78C8F1607}" srcOrd="2" destOrd="0" parTransId="{04703FC7-DC5C-447A-9EC8-59FBAD459254}" sibTransId="{65A443C0-A7B7-4D11-BCD9-13BF9EF62A3A}"/>
    <dgm:cxn modelId="{FDA5E357-163D-4040-AC6E-AF70A1C7653B}" type="presParOf" srcId="{1014A30E-A8E3-4D6C-89F1-6EE7790C69C9}" destId="{0BA10D80-B65B-49E4-9B4B-2A437B09DD87}" srcOrd="0" destOrd="0" presId="urn:microsoft.com/office/officeart/2018/5/layout/IconLeafLabelList"/>
    <dgm:cxn modelId="{5F0DB2A2-B601-4165-B317-10642CA19BC8}" type="presParOf" srcId="{0BA10D80-B65B-49E4-9B4B-2A437B09DD87}" destId="{B0DD9EF7-E307-4912-A9BB-4F0223FE7059}" srcOrd="0" destOrd="0" presId="urn:microsoft.com/office/officeart/2018/5/layout/IconLeafLabelList"/>
    <dgm:cxn modelId="{36BA47F7-8701-4302-B20D-D66843A4332E}" type="presParOf" srcId="{0BA10D80-B65B-49E4-9B4B-2A437B09DD87}" destId="{0FD5C127-4B37-4A0F-96B5-FEA82A05C9F9}" srcOrd="1" destOrd="0" presId="urn:microsoft.com/office/officeart/2018/5/layout/IconLeafLabelList"/>
    <dgm:cxn modelId="{C98B3BEC-24B9-49EC-AF57-60D7DE76BAA0}" type="presParOf" srcId="{0BA10D80-B65B-49E4-9B4B-2A437B09DD87}" destId="{39390BC2-A7AD-4926-A476-1DD4778627CF}" srcOrd="2" destOrd="0" presId="urn:microsoft.com/office/officeart/2018/5/layout/IconLeafLabelList"/>
    <dgm:cxn modelId="{0E41467B-FA2A-46AE-897F-46A5074048F8}" type="presParOf" srcId="{0BA10D80-B65B-49E4-9B4B-2A437B09DD87}" destId="{DCCDED48-24B2-4B44-B4D8-74A5AC50B6AC}" srcOrd="3" destOrd="0" presId="urn:microsoft.com/office/officeart/2018/5/layout/IconLeafLabelList"/>
    <dgm:cxn modelId="{6FAD4AF1-6FE9-47E6-979A-9E66C57601C1}" type="presParOf" srcId="{1014A30E-A8E3-4D6C-89F1-6EE7790C69C9}" destId="{0F26C252-1727-43E1-A456-F5C1FE788444}" srcOrd="1" destOrd="0" presId="urn:microsoft.com/office/officeart/2018/5/layout/IconLeafLabelList"/>
    <dgm:cxn modelId="{4A3E2604-4F09-4C5A-8C29-C2083BE70EF7}" type="presParOf" srcId="{1014A30E-A8E3-4D6C-89F1-6EE7790C69C9}" destId="{570683BE-3E18-4BF9-BB2F-ACFE49AEC54E}" srcOrd="2" destOrd="0" presId="urn:microsoft.com/office/officeart/2018/5/layout/IconLeafLabelList"/>
    <dgm:cxn modelId="{5A00591A-7CE2-4419-B1F1-F2AAAA9052E7}" type="presParOf" srcId="{570683BE-3E18-4BF9-BB2F-ACFE49AEC54E}" destId="{51C267E1-5180-4811-B644-3A2A9AF74144}" srcOrd="0" destOrd="0" presId="urn:microsoft.com/office/officeart/2018/5/layout/IconLeafLabelList"/>
    <dgm:cxn modelId="{83E846CD-2A96-48C8-B145-36BBF8179906}" type="presParOf" srcId="{570683BE-3E18-4BF9-BB2F-ACFE49AEC54E}" destId="{86140B80-635B-435F-8318-CC9910FC820A}" srcOrd="1" destOrd="0" presId="urn:microsoft.com/office/officeart/2018/5/layout/IconLeafLabelList"/>
    <dgm:cxn modelId="{597FFD64-3F0D-4CB0-867D-8D4DF1812B7F}" type="presParOf" srcId="{570683BE-3E18-4BF9-BB2F-ACFE49AEC54E}" destId="{C65D767E-A31C-4F2B-917F-D0C5AB31F6D4}" srcOrd="2" destOrd="0" presId="urn:microsoft.com/office/officeart/2018/5/layout/IconLeafLabelList"/>
    <dgm:cxn modelId="{A82F06FB-7996-438D-A5F1-008A78E3A75E}" type="presParOf" srcId="{570683BE-3E18-4BF9-BB2F-ACFE49AEC54E}" destId="{E77DED29-FD7F-4C30-8E7D-AF01D4C89512}" srcOrd="3" destOrd="0" presId="urn:microsoft.com/office/officeart/2018/5/layout/IconLeafLabelList"/>
    <dgm:cxn modelId="{9F68AC88-0C96-4E5F-B99C-F19849ACACEB}" type="presParOf" srcId="{1014A30E-A8E3-4D6C-89F1-6EE7790C69C9}" destId="{8612210B-407C-48FD-B9A3-00506BFB7DD7}" srcOrd="3" destOrd="0" presId="urn:microsoft.com/office/officeart/2018/5/layout/IconLeafLabelList"/>
    <dgm:cxn modelId="{73B4A6AB-3EA1-407C-B37F-26BAF951A793}" type="presParOf" srcId="{1014A30E-A8E3-4D6C-89F1-6EE7790C69C9}" destId="{CF4D7A87-3D40-4C61-846E-14D8D1C0F3A1}" srcOrd="4" destOrd="0" presId="urn:microsoft.com/office/officeart/2018/5/layout/IconLeafLabelList"/>
    <dgm:cxn modelId="{378D6D58-4E5B-47AA-BD5E-8602500A0748}" type="presParOf" srcId="{CF4D7A87-3D40-4C61-846E-14D8D1C0F3A1}" destId="{38B586D8-B280-4CBE-B2D1-CE05D3023DFB}" srcOrd="0" destOrd="0" presId="urn:microsoft.com/office/officeart/2018/5/layout/IconLeafLabelList"/>
    <dgm:cxn modelId="{E788E95D-CEFB-4614-8FFD-FD5287E11812}" type="presParOf" srcId="{CF4D7A87-3D40-4C61-846E-14D8D1C0F3A1}" destId="{EECD251C-88B5-40F7-9A4A-75A6ADB023AB}" srcOrd="1" destOrd="0" presId="urn:microsoft.com/office/officeart/2018/5/layout/IconLeafLabelList"/>
    <dgm:cxn modelId="{27E07A8D-D3DC-4233-A8C4-BB96BFB9D02E}" type="presParOf" srcId="{CF4D7A87-3D40-4C61-846E-14D8D1C0F3A1}" destId="{2EE2657C-3C5D-4D4C-B7A7-19AA7FDA057C}" srcOrd="2" destOrd="0" presId="urn:microsoft.com/office/officeart/2018/5/layout/IconLeafLabelList"/>
    <dgm:cxn modelId="{FDCE2D3F-8FCC-436A-A0A2-677B3AEE4971}" type="presParOf" srcId="{CF4D7A87-3D40-4C61-846E-14D8D1C0F3A1}" destId="{72DC9390-3441-40C7-9753-66A088794539}" srcOrd="3" destOrd="0" presId="urn:microsoft.com/office/officeart/2018/5/layout/IconLeafLabelList"/>
    <dgm:cxn modelId="{EEE4C789-C8EA-43A3-9851-7E2B77B420D1}" type="presParOf" srcId="{1014A30E-A8E3-4D6C-89F1-6EE7790C69C9}" destId="{47E259EC-8DC5-4122-99D4-1494133C80DF}" srcOrd="5" destOrd="0" presId="urn:microsoft.com/office/officeart/2018/5/layout/IconLeafLabelList"/>
    <dgm:cxn modelId="{86966EBA-2126-4843-848B-ED5BF588F957}" type="presParOf" srcId="{1014A30E-A8E3-4D6C-89F1-6EE7790C69C9}" destId="{F46EA5BD-56A9-42E1-B199-AA408F0A5243}" srcOrd="6" destOrd="0" presId="urn:microsoft.com/office/officeart/2018/5/layout/IconLeafLabelList"/>
    <dgm:cxn modelId="{E8024D13-E576-49B7-8855-36696D20D63F}" type="presParOf" srcId="{F46EA5BD-56A9-42E1-B199-AA408F0A5243}" destId="{95CB6B8E-48D1-4224-A94D-97C55254A64B}" srcOrd="0" destOrd="0" presId="urn:microsoft.com/office/officeart/2018/5/layout/IconLeafLabelList"/>
    <dgm:cxn modelId="{E1383986-AF42-4985-82F1-6CBEE0FD429A}" type="presParOf" srcId="{F46EA5BD-56A9-42E1-B199-AA408F0A5243}" destId="{1FBC702B-654D-4912-B969-C08ACE4F5453}" srcOrd="1" destOrd="0" presId="urn:microsoft.com/office/officeart/2018/5/layout/IconLeafLabelList"/>
    <dgm:cxn modelId="{809BB1EB-7A60-4941-8E7C-3444F10AF291}" type="presParOf" srcId="{F46EA5BD-56A9-42E1-B199-AA408F0A5243}" destId="{567C1A9F-3F56-44CA-AD58-E1B34B5EC46A}" srcOrd="2" destOrd="0" presId="urn:microsoft.com/office/officeart/2018/5/layout/IconLeafLabelList"/>
    <dgm:cxn modelId="{8202424E-DB64-45DB-90FD-5466E218E7DA}" type="presParOf" srcId="{F46EA5BD-56A9-42E1-B199-AA408F0A5243}" destId="{0005A1EC-6302-4B2E-9CBA-A4EC8F214AFB}"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DD9EF7-E307-4912-A9BB-4F0223FE7059}">
      <dsp:nvSpPr>
        <dsp:cNvPr id="0" name=""/>
        <dsp:cNvSpPr/>
      </dsp:nvSpPr>
      <dsp:spPr>
        <a:xfrm>
          <a:off x="867024" y="257775"/>
          <a:ext cx="1259492" cy="1259492"/>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FD5C127-4B37-4A0F-96B5-FEA82A05C9F9}">
      <dsp:nvSpPr>
        <dsp:cNvPr id="0" name=""/>
        <dsp:cNvSpPr/>
      </dsp:nvSpPr>
      <dsp:spPr>
        <a:xfrm>
          <a:off x="1135441" y="526192"/>
          <a:ext cx="722659" cy="72265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CCDED48-24B2-4B44-B4D8-74A5AC50B6AC}">
      <dsp:nvSpPr>
        <dsp:cNvPr id="0" name=""/>
        <dsp:cNvSpPr/>
      </dsp:nvSpPr>
      <dsp:spPr>
        <a:xfrm>
          <a:off x="464400" y="1909570"/>
          <a:ext cx="2064742" cy="103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We analyzed nearly 90,000 titles in this CSV file, to be able to give an accurate prediction about how price affects how a game is perceived by the public. </a:t>
          </a:r>
        </a:p>
      </dsp:txBody>
      <dsp:txXfrm>
        <a:off x="464400" y="1909570"/>
        <a:ext cx="2064742" cy="1035000"/>
      </dsp:txXfrm>
    </dsp:sp>
    <dsp:sp modelId="{51C267E1-5180-4811-B644-3A2A9AF74144}">
      <dsp:nvSpPr>
        <dsp:cNvPr id="0" name=""/>
        <dsp:cNvSpPr/>
      </dsp:nvSpPr>
      <dsp:spPr>
        <a:xfrm>
          <a:off x="3293097" y="257775"/>
          <a:ext cx="1259492" cy="1259492"/>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6140B80-635B-435F-8318-CC9910FC820A}">
      <dsp:nvSpPr>
        <dsp:cNvPr id="0" name=""/>
        <dsp:cNvSpPr/>
      </dsp:nvSpPr>
      <dsp:spPr>
        <a:xfrm>
          <a:off x="3561513" y="526192"/>
          <a:ext cx="722659" cy="72265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77DED29-FD7F-4C30-8E7D-AF01D4C89512}">
      <dsp:nvSpPr>
        <dsp:cNvPr id="0" name=""/>
        <dsp:cNvSpPr/>
      </dsp:nvSpPr>
      <dsp:spPr>
        <a:xfrm>
          <a:off x="2890472" y="1909570"/>
          <a:ext cx="2064742" cy="103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We used filtering functions to create accurate data.</a:t>
          </a:r>
        </a:p>
      </dsp:txBody>
      <dsp:txXfrm>
        <a:off x="2890472" y="1909570"/>
        <a:ext cx="2064742" cy="1035000"/>
      </dsp:txXfrm>
    </dsp:sp>
    <dsp:sp modelId="{38B586D8-B280-4CBE-B2D1-CE05D3023DFB}">
      <dsp:nvSpPr>
        <dsp:cNvPr id="0" name=""/>
        <dsp:cNvSpPr/>
      </dsp:nvSpPr>
      <dsp:spPr>
        <a:xfrm>
          <a:off x="5719169" y="257775"/>
          <a:ext cx="1259492" cy="1259492"/>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ECD251C-88B5-40F7-9A4A-75A6ADB023AB}">
      <dsp:nvSpPr>
        <dsp:cNvPr id="0" name=""/>
        <dsp:cNvSpPr/>
      </dsp:nvSpPr>
      <dsp:spPr>
        <a:xfrm>
          <a:off x="5987586" y="526192"/>
          <a:ext cx="722659" cy="72265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2DC9390-3441-40C7-9753-66A088794539}">
      <dsp:nvSpPr>
        <dsp:cNvPr id="0" name=""/>
        <dsp:cNvSpPr/>
      </dsp:nvSpPr>
      <dsp:spPr>
        <a:xfrm>
          <a:off x="5316544" y="1909570"/>
          <a:ext cx="2064742" cy="103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We created graphs comparing price, and other variables that make sense for our project.</a:t>
          </a:r>
        </a:p>
      </dsp:txBody>
      <dsp:txXfrm>
        <a:off x="5316544" y="1909570"/>
        <a:ext cx="2064742" cy="1035000"/>
      </dsp:txXfrm>
    </dsp:sp>
    <dsp:sp modelId="{95CB6B8E-48D1-4224-A94D-97C55254A64B}">
      <dsp:nvSpPr>
        <dsp:cNvPr id="0" name=""/>
        <dsp:cNvSpPr/>
      </dsp:nvSpPr>
      <dsp:spPr>
        <a:xfrm>
          <a:off x="8145242" y="257775"/>
          <a:ext cx="1259492" cy="1259492"/>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FBC702B-654D-4912-B969-C08ACE4F5453}">
      <dsp:nvSpPr>
        <dsp:cNvPr id="0" name=""/>
        <dsp:cNvSpPr/>
      </dsp:nvSpPr>
      <dsp:spPr>
        <a:xfrm>
          <a:off x="8413658" y="526192"/>
          <a:ext cx="722659" cy="72265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005A1EC-6302-4B2E-9CBA-A4EC8F214AFB}">
      <dsp:nvSpPr>
        <dsp:cNvPr id="0" name=""/>
        <dsp:cNvSpPr/>
      </dsp:nvSpPr>
      <dsp:spPr>
        <a:xfrm>
          <a:off x="7742617" y="1909570"/>
          <a:ext cx="2064742" cy="103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We diminished bias within our data to create accurate inferences about price.</a:t>
          </a:r>
        </a:p>
      </dsp:txBody>
      <dsp:txXfrm>
        <a:off x="7742617" y="1909570"/>
        <a:ext cx="2064742" cy="1035000"/>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BA1C13-0C91-4937-A8C0-6947B6D37CED}" type="datetimeFigureOut">
              <a:rPr lang="en-US" smtClean="0"/>
              <a:t>12/18/2025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1CDF26-1AFD-4D3F-A363-C7CD8A3F8201}" type="slidenum">
              <a:rPr lang="en-US" smtClean="0"/>
              <a:t>‹#›</a:t>
            </a:fld>
            <a:endParaRPr lang="en-US"/>
          </a:p>
        </p:txBody>
      </p:sp>
    </p:spTree>
    <p:extLst>
      <p:ext uri="{BB962C8B-B14F-4D97-AF65-F5344CB8AC3E}">
        <p14:creationId xmlns:p14="http://schemas.microsoft.com/office/powerpoint/2010/main" val="17696138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Gavin this is the one that you had requested</a:t>
            </a:r>
          </a:p>
        </p:txBody>
      </p:sp>
      <p:sp>
        <p:nvSpPr>
          <p:cNvPr id="4" name="Slide Number Placeholder 3"/>
          <p:cNvSpPr>
            <a:spLocks noGrp="1"/>
          </p:cNvSpPr>
          <p:nvPr>
            <p:ph type="sldNum" sz="quarter" idx="5"/>
          </p:nvPr>
        </p:nvSpPr>
        <p:spPr/>
        <p:txBody>
          <a:bodyPr/>
          <a:lstStyle/>
          <a:p>
            <a:fld id="{061CDF26-1AFD-4D3F-A363-C7CD8A3F8201}" type="slidenum">
              <a:rPr lang="en-US" smtClean="0"/>
              <a:t>9</a:t>
            </a:fld>
            <a:endParaRPr lang="en-US"/>
          </a:p>
        </p:txBody>
      </p:sp>
    </p:spTree>
    <p:extLst>
      <p:ext uri="{BB962C8B-B14F-4D97-AF65-F5344CB8AC3E}">
        <p14:creationId xmlns:p14="http://schemas.microsoft.com/office/powerpoint/2010/main" val="21592406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Noah this is the one that you had requested</a:t>
            </a:r>
          </a:p>
        </p:txBody>
      </p:sp>
      <p:sp>
        <p:nvSpPr>
          <p:cNvPr id="4" name="Slide Number Placeholder 3"/>
          <p:cNvSpPr>
            <a:spLocks noGrp="1"/>
          </p:cNvSpPr>
          <p:nvPr>
            <p:ph type="sldNum" sz="quarter" idx="5"/>
          </p:nvPr>
        </p:nvSpPr>
        <p:spPr/>
        <p:txBody>
          <a:bodyPr/>
          <a:lstStyle/>
          <a:p>
            <a:fld id="{061CDF26-1AFD-4D3F-A363-C7CD8A3F8201}" type="slidenum">
              <a:rPr lang="en-US" smtClean="0"/>
              <a:t>15</a:t>
            </a:fld>
            <a:endParaRPr lang="en-US"/>
          </a:p>
        </p:txBody>
      </p:sp>
    </p:spTree>
    <p:extLst>
      <p:ext uri="{BB962C8B-B14F-4D97-AF65-F5344CB8AC3E}">
        <p14:creationId xmlns:p14="http://schemas.microsoft.com/office/powerpoint/2010/main" val="27301185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6A103-7E68-B7EB-64ED-2E627605EE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BBE3FA-BC96-222E-D61C-E84EDC18FEE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227D29D-C6D8-165E-9581-C9462E22FB69}"/>
              </a:ext>
            </a:extLst>
          </p:cNvPr>
          <p:cNvSpPr>
            <a:spLocks noGrp="1"/>
          </p:cNvSpPr>
          <p:nvPr>
            <p:ph type="body" idx="1"/>
          </p:nvPr>
        </p:nvSpPr>
        <p:spPr/>
        <p:txBody>
          <a:bodyPr/>
          <a:lstStyle/>
          <a:p>
            <a:r>
              <a:rPr lang="en-US"/>
              <a:t>Noah this is the one that you had requested</a:t>
            </a:r>
          </a:p>
        </p:txBody>
      </p:sp>
      <p:sp>
        <p:nvSpPr>
          <p:cNvPr id="4" name="Slide Number Placeholder 3">
            <a:extLst>
              <a:ext uri="{FF2B5EF4-FFF2-40B4-BE49-F238E27FC236}">
                <a16:creationId xmlns:a16="http://schemas.microsoft.com/office/drawing/2014/main" id="{63879BCE-63CD-DB5F-888A-25BD75DA9A6F}"/>
              </a:ext>
            </a:extLst>
          </p:cNvPr>
          <p:cNvSpPr>
            <a:spLocks noGrp="1"/>
          </p:cNvSpPr>
          <p:nvPr>
            <p:ph type="sldNum" sz="quarter" idx="5"/>
          </p:nvPr>
        </p:nvSpPr>
        <p:spPr/>
        <p:txBody>
          <a:bodyPr/>
          <a:lstStyle/>
          <a:p>
            <a:fld id="{061CDF26-1AFD-4D3F-A363-C7CD8A3F8201}" type="slidenum">
              <a:rPr lang="en-US" smtClean="0"/>
              <a:t>16</a:t>
            </a:fld>
            <a:endParaRPr lang="en-US"/>
          </a:p>
        </p:txBody>
      </p:sp>
    </p:spTree>
    <p:extLst>
      <p:ext uri="{BB962C8B-B14F-4D97-AF65-F5344CB8AC3E}">
        <p14:creationId xmlns:p14="http://schemas.microsoft.com/office/powerpoint/2010/main" val="16212683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80820-DC1A-581B-640E-AE02510E08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79458F-814F-5F11-C76D-A338AF59E0F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D0E4A9C-1FFD-40B7-8EE7-E19F36720AFD}"/>
              </a:ext>
            </a:extLst>
          </p:cNvPr>
          <p:cNvSpPr>
            <a:spLocks noGrp="1"/>
          </p:cNvSpPr>
          <p:nvPr>
            <p:ph type="body" idx="1"/>
          </p:nvPr>
        </p:nvSpPr>
        <p:spPr/>
        <p:txBody>
          <a:bodyPr/>
          <a:lstStyle/>
          <a:p>
            <a:r>
              <a:rPr lang="en-US"/>
              <a:t>Noah this is the one that you had requested</a:t>
            </a:r>
          </a:p>
        </p:txBody>
      </p:sp>
      <p:sp>
        <p:nvSpPr>
          <p:cNvPr id="4" name="Slide Number Placeholder 3">
            <a:extLst>
              <a:ext uri="{FF2B5EF4-FFF2-40B4-BE49-F238E27FC236}">
                <a16:creationId xmlns:a16="http://schemas.microsoft.com/office/drawing/2014/main" id="{6B806F92-776A-EA84-BBEB-DA0B9DDDA54F}"/>
              </a:ext>
            </a:extLst>
          </p:cNvPr>
          <p:cNvSpPr>
            <a:spLocks noGrp="1"/>
          </p:cNvSpPr>
          <p:nvPr>
            <p:ph type="sldNum" sz="quarter" idx="5"/>
          </p:nvPr>
        </p:nvSpPr>
        <p:spPr/>
        <p:txBody>
          <a:bodyPr/>
          <a:lstStyle/>
          <a:p>
            <a:fld id="{061CDF26-1AFD-4D3F-A363-C7CD8A3F8201}" type="slidenum">
              <a:rPr lang="en-US" smtClean="0"/>
              <a:t>17</a:t>
            </a:fld>
            <a:endParaRPr lang="en-US"/>
          </a:p>
        </p:txBody>
      </p:sp>
    </p:spTree>
    <p:extLst>
      <p:ext uri="{BB962C8B-B14F-4D97-AF65-F5344CB8AC3E}">
        <p14:creationId xmlns:p14="http://schemas.microsoft.com/office/powerpoint/2010/main" val="38400659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7000F-28BE-E032-F402-40C88FBB8D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36207A-F166-576D-D8AA-2E54E979EE0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4454839-B01D-04D7-ED43-A2B07F2057D3}"/>
              </a:ext>
            </a:extLst>
          </p:cNvPr>
          <p:cNvSpPr>
            <a:spLocks noGrp="1"/>
          </p:cNvSpPr>
          <p:nvPr>
            <p:ph type="body" idx="1"/>
          </p:nvPr>
        </p:nvSpPr>
        <p:spPr/>
        <p:txBody>
          <a:bodyPr/>
          <a:lstStyle/>
          <a:p>
            <a:r>
              <a:rPr lang="en-US"/>
              <a:t>Noah this is the one that you had requested</a:t>
            </a:r>
          </a:p>
        </p:txBody>
      </p:sp>
      <p:sp>
        <p:nvSpPr>
          <p:cNvPr id="4" name="Slide Number Placeholder 3">
            <a:extLst>
              <a:ext uri="{FF2B5EF4-FFF2-40B4-BE49-F238E27FC236}">
                <a16:creationId xmlns:a16="http://schemas.microsoft.com/office/drawing/2014/main" id="{036D992D-21B9-3A95-3A3A-141BEE304C56}"/>
              </a:ext>
            </a:extLst>
          </p:cNvPr>
          <p:cNvSpPr>
            <a:spLocks noGrp="1"/>
          </p:cNvSpPr>
          <p:nvPr>
            <p:ph type="sldNum" sz="quarter" idx="5"/>
          </p:nvPr>
        </p:nvSpPr>
        <p:spPr/>
        <p:txBody>
          <a:bodyPr/>
          <a:lstStyle/>
          <a:p>
            <a:fld id="{061CDF26-1AFD-4D3F-A363-C7CD8A3F8201}" type="slidenum">
              <a:rPr lang="en-US" smtClean="0"/>
              <a:t>18</a:t>
            </a:fld>
            <a:endParaRPr lang="en-US"/>
          </a:p>
        </p:txBody>
      </p:sp>
    </p:spTree>
    <p:extLst>
      <p:ext uri="{BB962C8B-B14F-4D97-AF65-F5344CB8AC3E}">
        <p14:creationId xmlns:p14="http://schemas.microsoft.com/office/powerpoint/2010/main" val="38038223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can see a clear skew to the right, where most of the data is bunched up to the left. This is because the x-axis, shows us there aren’t many games with a price of over 200 dollars.</a:t>
            </a:r>
          </a:p>
          <a:p>
            <a:r>
              <a:rPr lang="en-US"/>
              <a:t>This makes sense because not many people would pay 200 dollars for something intangible.</a:t>
            </a:r>
          </a:p>
          <a:p>
            <a:endParaRPr lang="en-US"/>
          </a:p>
        </p:txBody>
      </p:sp>
      <p:sp>
        <p:nvSpPr>
          <p:cNvPr id="4" name="Slide Number Placeholder 3"/>
          <p:cNvSpPr>
            <a:spLocks noGrp="1"/>
          </p:cNvSpPr>
          <p:nvPr>
            <p:ph type="sldNum" sz="quarter" idx="5"/>
          </p:nvPr>
        </p:nvSpPr>
        <p:spPr/>
        <p:txBody>
          <a:bodyPr/>
          <a:lstStyle/>
          <a:p>
            <a:fld id="{061CDF26-1AFD-4D3F-A363-C7CD8A3F8201}" type="slidenum">
              <a:rPr lang="en-US" smtClean="0"/>
              <a:t>21</a:t>
            </a:fld>
            <a:endParaRPr lang="en-US"/>
          </a:p>
        </p:txBody>
      </p:sp>
    </p:spTree>
    <p:extLst>
      <p:ext uri="{BB962C8B-B14F-4D97-AF65-F5344CB8AC3E}">
        <p14:creationId xmlns:p14="http://schemas.microsoft.com/office/powerpoint/2010/main" val="6380030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p:txBody>
          <a:bodyPr/>
          <a:lstStyle/>
          <a:p>
            <a:fld id="{1E558A33-D517-492F-8D80-CC6D76F63A05}" type="datetimeFigureOut">
              <a:rPr lang="en-US"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A0BDBC-7715-4AF3-9258-D834424919C3}" type="slidenum">
              <a:rPr lang="en-US" smtClean="0"/>
              <a:t>‹#›</a:t>
            </a:fld>
            <a:endParaRPr lang="en-US"/>
          </a:p>
        </p:txBody>
      </p:sp>
    </p:spTree>
    <p:extLst>
      <p:ext uri="{BB962C8B-B14F-4D97-AF65-F5344CB8AC3E}">
        <p14:creationId xmlns:p14="http://schemas.microsoft.com/office/powerpoint/2010/main" val="13860528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558A33-D517-492F-8D80-CC6D76F63A05}" type="datetimeFigureOut">
              <a:rPr lang="en-US"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A0BDBC-7715-4AF3-9258-D834424919C3}" type="slidenum">
              <a:rPr lang="en-US" smtClean="0"/>
              <a:t>‹#›</a:t>
            </a:fld>
            <a:endParaRPr lang="en-US"/>
          </a:p>
        </p:txBody>
      </p:sp>
    </p:spTree>
    <p:extLst>
      <p:ext uri="{BB962C8B-B14F-4D97-AF65-F5344CB8AC3E}">
        <p14:creationId xmlns:p14="http://schemas.microsoft.com/office/powerpoint/2010/main" val="35652606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558A33-D517-492F-8D80-CC6D76F63A05}" type="datetimeFigureOut">
              <a:rPr lang="en-US"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A0BDBC-7715-4AF3-9258-D834424919C3}" type="slidenum">
              <a:rPr lang="en-US" smtClean="0"/>
              <a:t>‹#›</a:t>
            </a:fld>
            <a:endParaRPr lang="en-US"/>
          </a:p>
        </p:txBody>
      </p:sp>
    </p:spTree>
    <p:extLst>
      <p:ext uri="{BB962C8B-B14F-4D97-AF65-F5344CB8AC3E}">
        <p14:creationId xmlns:p14="http://schemas.microsoft.com/office/powerpoint/2010/main" val="14600537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p:cNvSpPr>
            <a:spLocks noGrp="1"/>
          </p:cNvSpPr>
          <p:nvPr>
            <p:ph type="dt" sz="half" idx="10"/>
          </p:nvPr>
        </p:nvSpPr>
        <p:spPr/>
        <p:txBody>
          <a:bodyPr/>
          <a:lstStyle/>
          <a:p>
            <a:fld id="{1E558A33-D517-492F-8D80-CC6D76F63A05}" type="datetimeFigureOut">
              <a:rPr lang="en-US" smtClean="0"/>
              <a:t>12/18/2025</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A4A0BDBC-7715-4AF3-9258-D834424919C3}" type="slidenum">
              <a:rPr lang="en-US" smtClean="0"/>
              <a:t>‹#›</a:t>
            </a:fld>
            <a:endParaRPr lang="en-US"/>
          </a:p>
        </p:txBody>
      </p:sp>
    </p:spTree>
    <p:extLst>
      <p:ext uri="{BB962C8B-B14F-4D97-AF65-F5344CB8AC3E}">
        <p14:creationId xmlns:p14="http://schemas.microsoft.com/office/powerpoint/2010/main" val="4882694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p:cNvSpPr>
            <a:spLocks noGrp="1"/>
          </p:cNvSpPr>
          <p:nvPr>
            <p:ph type="dt" sz="half" idx="10"/>
          </p:nvPr>
        </p:nvSpPr>
        <p:spPr/>
        <p:txBody>
          <a:bodyPr/>
          <a:lstStyle/>
          <a:p>
            <a:fld id="{1E558A33-D517-492F-8D80-CC6D76F63A05}" type="datetimeFigureOut">
              <a:rPr lang="en-US" smtClean="0"/>
              <a:t>12/18/2025</a:t>
            </a:fld>
            <a:endParaRPr lang="en-US"/>
          </a:p>
        </p:txBody>
      </p:sp>
      <p:sp>
        <p:nvSpPr>
          <p:cNvPr id="11" name="Footer Placeholder 10"/>
          <p:cNvSpPr>
            <a:spLocks noGrp="1"/>
          </p:cNvSpPr>
          <p:nvPr>
            <p:ph type="ftr" sz="quarter" idx="11"/>
          </p:nvPr>
        </p:nvSpPr>
        <p:spPr/>
        <p:txBody>
          <a:bodyPr/>
          <a:lstStyle/>
          <a:p>
            <a:endParaRPr lang="en-US"/>
          </a:p>
        </p:txBody>
      </p:sp>
      <p:sp>
        <p:nvSpPr>
          <p:cNvPr id="12" name="Slide Number Placeholder 11"/>
          <p:cNvSpPr>
            <a:spLocks noGrp="1"/>
          </p:cNvSpPr>
          <p:nvPr>
            <p:ph type="sldNum" sz="quarter" idx="12"/>
          </p:nvPr>
        </p:nvSpPr>
        <p:spPr/>
        <p:txBody>
          <a:bodyPr/>
          <a:lstStyle/>
          <a:p>
            <a:fld id="{A4A0BDBC-7715-4AF3-9258-D834424919C3}" type="slidenum">
              <a:rPr lang="en-US" smtClean="0"/>
              <a:t>‹#›</a:t>
            </a:fld>
            <a:endParaRPr lang="en-US"/>
          </a:p>
        </p:txBody>
      </p:sp>
    </p:spTree>
    <p:extLst>
      <p:ext uri="{BB962C8B-B14F-4D97-AF65-F5344CB8AC3E}">
        <p14:creationId xmlns:p14="http://schemas.microsoft.com/office/powerpoint/2010/main" val="3195308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2" name="Date Placeholder 1"/>
          <p:cNvSpPr>
            <a:spLocks noGrp="1"/>
          </p:cNvSpPr>
          <p:nvPr>
            <p:ph type="dt" sz="half" idx="10"/>
          </p:nvPr>
        </p:nvSpPr>
        <p:spPr/>
        <p:txBody>
          <a:bodyPr/>
          <a:lstStyle/>
          <a:p>
            <a:fld id="{1E558A33-D517-492F-8D80-CC6D76F63A05}" type="datetimeFigureOut">
              <a:rPr lang="en-US" smtClean="0"/>
              <a:t>12/18/2025</a:t>
            </a:fld>
            <a:endParaRPr lang="en-US"/>
          </a:p>
        </p:txBody>
      </p:sp>
      <p:sp>
        <p:nvSpPr>
          <p:cNvPr id="7" name="Footer Placeholder 6"/>
          <p:cNvSpPr>
            <a:spLocks noGrp="1"/>
          </p:cNvSpPr>
          <p:nvPr>
            <p:ph type="ftr" sz="quarter" idx="11"/>
          </p:nvPr>
        </p:nvSpPr>
        <p:spPr/>
        <p:txBody>
          <a:bodyPr/>
          <a:lstStyle/>
          <a:p>
            <a:endParaRPr lang="en-US"/>
          </a:p>
        </p:txBody>
      </p:sp>
      <p:sp>
        <p:nvSpPr>
          <p:cNvPr id="8" name="Slide Number Placeholder 7"/>
          <p:cNvSpPr>
            <a:spLocks noGrp="1"/>
          </p:cNvSpPr>
          <p:nvPr>
            <p:ph type="sldNum" sz="quarter" idx="12"/>
          </p:nvPr>
        </p:nvSpPr>
        <p:spPr/>
        <p:txBody>
          <a:bodyPr/>
          <a:lstStyle/>
          <a:p>
            <a:fld id="{A4A0BDBC-7715-4AF3-9258-D834424919C3}" type="slidenum">
              <a:rPr lang="en-US" smtClean="0"/>
              <a:t>‹#›</a:t>
            </a:fld>
            <a:endParaRPr lang="en-US"/>
          </a:p>
        </p:txBody>
      </p:sp>
    </p:spTree>
    <p:extLst>
      <p:ext uri="{BB962C8B-B14F-4D97-AF65-F5344CB8AC3E}">
        <p14:creationId xmlns:p14="http://schemas.microsoft.com/office/powerpoint/2010/main" val="27588459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1E558A33-D517-492F-8D80-CC6D76F63A05}" type="datetimeFigureOut">
              <a:rPr lang="en-US" smtClean="0"/>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A0BDBC-7715-4AF3-9258-D834424919C3}" type="slidenum">
              <a:rPr lang="en-US" smtClean="0"/>
              <a:t>‹#›</a:t>
            </a:fld>
            <a:endParaRPr lang="en-US"/>
          </a:p>
        </p:txBody>
      </p:sp>
    </p:spTree>
    <p:extLst>
      <p:ext uri="{BB962C8B-B14F-4D97-AF65-F5344CB8AC3E}">
        <p14:creationId xmlns:p14="http://schemas.microsoft.com/office/powerpoint/2010/main" val="33741113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1E558A33-D517-492F-8D80-CC6D76F63A05}" type="datetimeFigureOut">
              <a:rPr lang="en-US" smtClean="0"/>
              <a:t>12/18/2025</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A4A0BDBC-7715-4AF3-9258-D834424919C3}" type="slidenum">
              <a:rPr lang="en-US" smtClean="0"/>
              <a:t>‹#›</a:t>
            </a:fld>
            <a:endParaRPr lang="en-US"/>
          </a:p>
        </p:txBody>
      </p:sp>
    </p:spTree>
    <p:extLst>
      <p:ext uri="{BB962C8B-B14F-4D97-AF65-F5344CB8AC3E}">
        <p14:creationId xmlns:p14="http://schemas.microsoft.com/office/powerpoint/2010/main" val="27233158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1E558A33-D517-492F-8D80-CC6D76F63A05}" type="datetimeFigureOut">
              <a:rPr lang="en-US" smtClean="0"/>
              <a:t>12/18/2025</a:t>
            </a:fld>
            <a:endParaRPr lang="en-US"/>
          </a:p>
        </p:txBody>
      </p:sp>
      <p:sp>
        <p:nvSpPr>
          <p:cNvPr id="9" name="Footer Placeholder 8"/>
          <p:cNvSpPr>
            <a:spLocks noGrp="1"/>
          </p:cNvSpPr>
          <p:nvPr>
            <p:ph type="ftr" sz="quarter" idx="11"/>
          </p:nvPr>
        </p:nvSpPr>
        <p:spPr>
          <a:xfrm>
            <a:off x="3499101" y="6356350"/>
            <a:ext cx="5911517" cy="365125"/>
          </a:xfrm>
        </p:spPr>
        <p:txBody>
          <a:bodyPr/>
          <a:lstStyle/>
          <a:p>
            <a:endParaRPr lang="en-US"/>
          </a:p>
        </p:txBody>
      </p:sp>
      <p:sp>
        <p:nvSpPr>
          <p:cNvPr id="10" name="Slide Number Placeholder 9"/>
          <p:cNvSpPr>
            <a:spLocks noGrp="1"/>
          </p:cNvSpPr>
          <p:nvPr>
            <p:ph type="sldNum" sz="quarter" idx="12"/>
          </p:nvPr>
        </p:nvSpPr>
        <p:spPr/>
        <p:txBody>
          <a:bodyPr/>
          <a:lstStyle/>
          <a:p>
            <a:fld id="{A4A0BDBC-7715-4AF3-9258-D834424919C3}" type="slidenum">
              <a:rPr lang="en-US" smtClean="0"/>
              <a:t>‹#›</a:t>
            </a:fld>
            <a:endParaRPr lang="en-US"/>
          </a:p>
        </p:txBody>
      </p:sp>
    </p:spTree>
    <p:extLst>
      <p:ext uri="{BB962C8B-B14F-4D97-AF65-F5344CB8AC3E}">
        <p14:creationId xmlns:p14="http://schemas.microsoft.com/office/powerpoint/2010/main" val="26268816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E558A33-D517-492F-8D80-CC6D76F63A05}" type="datetimeFigureOut">
              <a:rPr lang="en-US" smtClean="0"/>
              <a:t>12/18/2025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A0BDBC-7715-4AF3-9258-D834424919C3}" type="slidenum">
              <a:rPr lang="en-US" smtClean="0"/>
              <a:t>‹#›</a:t>
            </a:fld>
            <a:endParaRPr lang="en-US"/>
          </a:p>
        </p:txBody>
      </p:sp>
    </p:spTree>
    <p:extLst>
      <p:ext uri="{BB962C8B-B14F-4D97-AF65-F5344CB8AC3E}">
        <p14:creationId xmlns:p14="http://schemas.microsoft.com/office/powerpoint/2010/main" val="18814384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E558A33-D517-492F-8D80-CC6D76F63A05}" type="datetimeFigureOut">
              <a:rPr lang="en-US" smtClean="0"/>
              <a:t>12/18/2025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A0BDBC-7715-4AF3-9258-D834424919C3}" type="slidenum">
              <a:rPr lang="en-US" smtClean="0"/>
              <a:t>‹#›</a:t>
            </a:fld>
            <a:endParaRPr lang="en-US"/>
          </a:p>
        </p:txBody>
      </p:sp>
    </p:spTree>
    <p:extLst>
      <p:ext uri="{BB962C8B-B14F-4D97-AF65-F5344CB8AC3E}">
        <p14:creationId xmlns:p14="http://schemas.microsoft.com/office/powerpoint/2010/main" val="858919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1E558A33-D517-492F-8D80-CC6D76F63A05}" type="datetimeFigureOut">
              <a:rPr lang="en-US" smtClean="0"/>
              <a:t>12/18/2025</a:t>
            </a:fld>
            <a:endParaRPr lang="en-US"/>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A4A0BDBC-7715-4AF3-9258-D834424919C3}" type="slidenum">
              <a:rPr lang="en-US" smtClean="0"/>
              <a:t>‹#›</a:t>
            </a:fld>
            <a:endParaRPr lang="en-US"/>
          </a:p>
        </p:txBody>
      </p:sp>
    </p:spTree>
    <p:extLst>
      <p:ext uri="{BB962C8B-B14F-4D97-AF65-F5344CB8AC3E}">
        <p14:creationId xmlns:p14="http://schemas.microsoft.com/office/powerpoint/2010/main" val="3609396976"/>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commons.wikimedia.org/wiki/File:Steam_logo.svg" TargetMode="Externa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https://creativecommons.org/licenses/by-sa/3.0/" TargetMode="Externa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4BB27-FE40-8D19-B9E9-28B2F3CF9EAA}"/>
              </a:ext>
            </a:extLst>
          </p:cNvPr>
          <p:cNvSpPr>
            <a:spLocks noGrp="1"/>
          </p:cNvSpPr>
          <p:nvPr>
            <p:ph type="ctrTitle"/>
          </p:nvPr>
        </p:nvSpPr>
        <p:spPr/>
        <p:txBody>
          <a:bodyPr/>
          <a:lstStyle/>
          <a:p>
            <a:r>
              <a:rPr lang="en-US"/>
              <a:t>Estimating and Interpreting Video Game Sales</a:t>
            </a:r>
          </a:p>
        </p:txBody>
      </p:sp>
      <p:sp>
        <p:nvSpPr>
          <p:cNvPr id="3" name="Subtitle 2">
            <a:extLst>
              <a:ext uri="{FF2B5EF4-FFF2-40B4-BE49-F238E27FC236}">
                <a16:creationId xmlns:a16="http://schemas.microsoft.com/office/drawing/2014/main" id="{78E5D4FF-1192-0C8C-901B-3166025559F4}"/>
              </a:ext>
            </a:extLst>
          </p:cNvPr>
          <p:cNvSpPr>
            <a:spLocks noGrp="1"/>
          </p:cNvSpPr>
          <p:nvPr>
            <p:ph type="subTitle" idx="1"/>
          </p:nvPr>
        </p:nvSpPr>
        <p:spPr/>
        <p:txBody>
          <a:bodyPr/>
          <a:lstStyle/>
          <a:p>
            <a:r>
              <a:rPr lang="en-US"/>
              <a:t>Noah Sutherland, Gavin Sorenson, Parker Seehafer</a:t>
            </a:r>
          </a:p>
        </p:txBody>
      </p:sp>
    </p:spTree>
    <p:extLst>
      <p:ext uri="{BB962C8B-B14F-4D97-AF65-F5344CB8AC3E}">
        <p14:creationId xmlns:p14="http://schemas.microsoft.com/office/powerpoint/2010/main" val="18351075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CB79FFF8-D671-96B8-095F-1692E0C700D1}"/>
              </a:ext>
            </a:extLst>
          </p:cNvPr>
          <p:cNvSpPr>
            <a:spLocks noGrp="1"/>
          </p:cNvSpPr>
          <p:nvPr>
            <p:ph type="title"/>
          </p:nvPr>
        </p:nvSpPr>
        <p:spPr>
          <a:xfrm>
            <a:off x="1539116" y="864108"/>
            <a:ext cx="3073914" cy="5120639"/>
          </a:xfrm>
        </p:spPr>
        <p:txBody>
          <a:bodyPr>
            <a:normAutofit/>
          </a:bodyPr>
          <a:lstStyle/>
          <a:p>
            <a:pPr algn="r"/>
            <a:r>
              <a:rPr lang="en-US">
                <a:solidFill>
                  <a:schemeClr val="tx1">
                    <a:lumMod val="85000"/>
                    <a:lumOff val="15000"/>
                  </a:schemeClr>
                </a:solidFill>
              </a:rPr>
              <a:t>Our Question</a:t>
            </a:r>
          </a:p>
        </p:txBody>
      </p:sp>
      <p:sp>
        <p:nvSpPr>
          <p:cNvPr id="10" name="Rectangle 9">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1286934"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2" name="Straight Connector 11">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51129"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16717F9-B777-93EE-9315-DF6615C82016}"/>
              </a:ext>
            </a:extLst>
          </p:cNvPr>
          <p:cNvSpPr>
            <a:spLocks noGrp="1"/>
          </p:cNvSpPr>
          <p:nvPr>
            <p:ph idx="1"/>
          </p:nvPr>
        </p:nvSpPr>
        <p:spPr>
          <a:xfrm>
            <a:off x="5289229" y="864108"/>
            <a:ext cx="5910677" cy="5120640"/>
          </a:xfrm>
        </p:spPr>
        <p:txBody>
          <a:bodyPr>
            <a:normAutofit/>
          </a:bodyPr>
          <a:lstStyle/>
          <a:p>
            <a:r>
              <a:rPr lang="en-US" sz="2800">
                <a:solidFill>
                  <a:srgbClr val="000000"/>
                </a:solidFill>
                <a:ea typeface="+mn-lt"/>
                <a:cs typeface="Times New Roman"/>
              </a:rPr>
              <a:t>If someone is looking to publish their own game, how could  preexisting Steam data be examined to accurately set the price?</a:t>
            </a:r>
            <a:endParaRPr lang="en-US" sz="2800">
              <a:ea typeface="+mn-lt"/>
              <a:cs typeface="+mn-lt"/>
            </a:endParaRPr>
          </a:p>
          <a:p>
            <a:pPr marL="0" indent="0">
              <a:buNone/>
            </a:pPr>
            <a:br>
              <a:rPr lang="en-US"/>
            </a:br>
            <a:endParaRPr lang="en-US"/>
          </a:p>
        </p:txBody>
      </p:sp>
      <p:sp>
        <p:nvSpPr>
          <p:cNvPr id="14" name="Rectangle 13">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83988" y="767825"/>
            <a:ext cx="508012"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914605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5DC95B7-2A72-483B-BA19-2BE7512055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C822AFE-7E96-4A51-9E55-FCAEACD213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4516" y="4212709"/>
            <a:ext cx="10764932" cy="187394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4F721B-B4DA-63E2-389B-0639D6DC12F5}"/>
              </a:ext>
            </a:extLst>
          </p:cNvPr>
          <p:cNvSpPr>
            <a:spLocks noGrp="1"/>
          </p:cNvSpPr>
          <p:nvPr>
            <p:ph type="title"/>
          </p:nvPr>
        </p:nvSpPr>
        <p:spPr>
          <a:xfrm>
            <a:off x="1030406" y="4386057"/>
            <a:ext cx="4067033" cy="1527244"/>
          </a:xfrm>
        </p:spPr>
        <p:txBody>
          <a:bodyPr>
            <a:normAutofit/>
          </a:bodyPr>
          <a:lstStyle/>
          <a:p>
            <a:pPr algn="r"/>
            <a:r>
              <a:rPr lang="en-US" sz="3200"/>
              <a:t>What we analyzed</a:t>
            </a:r>
          </a:p>
        </p:txBody>
      </p:sp>
      <p:sp>
        <p:nvSpPr>
          <p:cNvPr id="15" name="Rectangle 14">
            <a:extLst>
              <a:ext uri="{FF2B5EF4-FFF2-40B4-BE49-F238E27FC236}">
                <a16:creationId xmlns:a16="http://schemas.microsoft.com/office/drawing/2014/main" id="{9169EA61-C175-4B7E-807B-58199DEA7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5" name="Picture 4" descr="A logo of a video game&#10;&#10;AI-generated content may be incorrect.">
            <a:extLst>
              <a:ext uri="{FF2B5EF4-FFF2-40B4-BE49-F238E27FC236}">
                <a16:creationId xmlns:a16="http://schemas.microsoft.com/office/drawing/2014/main" id="{7D01664B-E68A-91F9-1B2B-E321D13A0316}"/>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981387" y="757326"/>
            <a:ext cx="10531186" cy="3185684"/>
          </a:xfrm>
          <a:prstGeom prst="rect">
            <a:avLst/>
          </a:prstGeom>
        </p:spPr>
      </p:pic>
      <p:sp>
        <p:nvSpPr>
          <p:cNvPr id="3" name="Content Placeholder 2">
            <a:extLst>
              <a:ext uri="{FF2B5EF4-FFF2-40B4-BE49-F238E27FC236}">
                <a16:creationId xmlns:a16="http://schemas.microsoft.com/office/drawing/2014/main" id="{DC925357-7497-A031-EBBA-40499A7D4709}"/>
              </a:ext>
            </a:extLst>
          </p:cNvPr>
          <p:cNvSpPr>
            <a:spLocks noGrp="1"/>
          </p:cNvSpPr>
          <p:nvPr>
            <p:ph idx="1"/>
          </p:nvPr>
        </p:nvSpPr>
        <p:spPr>
          <a:xfrm>
            <a:off x="5437390" y="4386720"/>
            <a:ext cx="5992610" cy="1526582"/>
          </a:xfrm>
        </p:spPr>
        <p:txBody>
          <a:bodyPr anchor="ctr">
            <a:normAutofit/>
          </a:bodyPr>
          <a:lstStyle/>
          <a:p>
            <a:r>
              <a:rPr lang="en-US" sz="1600">
                <a:solidFill>
                  <a:srgbClr val="FFFFFF"/>
                </a:solidFill>
              </a:rPr>
              <a:t>We analyzed sale data from a CSV, which contained data from the company Steam. Steam is a popular store hub for video games, and is widely regarded as the “only option” when it comes to downloading popular games on a computer. This CSV contained details about each title like Genre, Average Playtime, DLC Counts, Date Released, and many more.</a:t>
            </a:r>
          </a:p>
        </p:txBody>
      </p:sp>
      <p:sp>
        <p:nvSpPr>
          <p:cNvPr id="6" name="TextBox 5">
            <a:extLst>
              <a:ext uri="{FF2B5EF4-FFF2-40B4-BE49-F238E27FC236}">
                <a16:creationId xmlns:a16="http://schemas.microsoft.com/office/drawing/2014/main" id="{F8F7D2BB-2CC7-C0BF-78DA-7C81A043043C}"/>
              </a:ext>
            </a:extLst>
          </p:cNvPr>
          <p:cNvSpPr txBox="1"/>
          <p:nvPr/>
        </p:nvSpPr>
        <p:spPr>
          <a:xfrm>
            <a:off x="9144617" y="3742955"/>
            <a:ext cx="2367956" cy="200055"/>
          </a:xfrm>
          <a:prstGeom prst="rect">
            <a:avLst/>
          </a:prstGeom>
          <a:solidFill>
            <a:srgbClr val="000000"/>
          </a:solidFill>
        </p:spPr>
        <p:txBody>
          <a:bodyPr wrap="none" rtlCol="0">
            <a:spAutoFit/>
          </a:bodyPr>
          <a:lstStyle/>
          <a:p>
            <a:pPr algn="r">
              <a:spcAft>
                <a:spcPts val="600"/>
              </a:spcAft>
            </a:pPr>
            <a:r>
              <a:rPr lang="en-US" sz="700">
                <a:solidFill>
                  <a:srgbClr val="FFFFFF"/>
                </a:solidFill>
                <a:hlinkClick r:id="rId3" tooltip="https://commons.wikimedia.org/wiki/File:Steam_logo.svg">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4" tooltip="https://creativecommons.org/licenses/by-sa/3.0/">
                  <a:extLst>
                    <a:ext uri="{A12FA001-AC4F-418D-AE19-62706E023703}">
                      <ahyp:hlinkClr xmlns:ahyp="http://schemas.microsoft.com/office/drawing/2018/hyperlinkcolor" val="tx"/>
                    </a:ext>
                  </a:extLst>
                </a:hlinkClick>
              </a:rPr>
              <a:t>CC BY-SA</a:t>
            </a:r>
            <a:endParaRPr lang="en-US" sz="700">
              <a:solidFill>
                <a:srgbClr val="FFFFFF"/>
              </a:solidFill>
            </a:endParaRPr>
          </a:p>
        </p:txBody>
      </p:sp>
    </p:spTree>
    <p:extLst>
      <p:ext uri="{BB962C8B-B14F-4D97-AF65-F5344CB8AC3E}">
        <p14:creationId xmlns:p14="http://schemas.microsoft.com/office/powerpoint/2010/main" val="1881373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652E5D6-E378-4614-BCBD-8663DD15B3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A287AC3-AACF-4ADB-9F73-125E714D93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993" y="4367639"/>
            <a:ext cx="11430014" cy="1852186"/>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00C0BB5C-F43A-8923-2607-B0866D70CD6D}"/>
              </a:ext>
            </a:extLst>
          </p:cNvPr>
          <p:cNvSpPr>
            <a:spLocks noGrp="1"/>
          </p:cNvSpPr>
          <p:nvPr>
            <p:ph type="title"/>
          </p:nvPr>
        </p:nvSpPr>
        <p:spPr>
          <a:xfrm>
            <a:off x="554477" y="4599160"/>
            <a:ext cx="11079804" cy="1358020"/>
          </a:xfrm>
        </p:spPr>
        <p:txBody>
          <a:bodyPr anchor="ctr">
            <a:normAutofit/>
          </a:bodyPr>
          <a:lstStyle/>
          <a:p>
            <a:pPr algn="ctr"/>
            <a:r>
              <a:rPr lang="en-US" sz="4400">
                <a:solidFill>
                  <a:schemeClr val="bg1"/>
                </a:solidFill>
              </a:rPr>
              <a:t>What did we do?</a:t>
            </a:r>
          </a:p>
        </p:txBody>
      </p:sp>
      <p:graphicFrame>
        <p:nvGraphicFramePr>
          <p:cNvPr id="5" name="Content Placeholder 2">
            <a:extLst>
              <a:ext uri="{FF2B5EF4-FFF2-40B4-BE49-F238E27FC236}">
                <a16:creationId xmlns:a16="http://schemas.microsoft.com/office/drawing/2014/main" id="{76B8ADB5-213C-4C5A-374F-7C70A06CD52A}"/>
              </a:ext>
            </a:extLst>
          </p:cNvPr>
          <p:cNvGraphicFramePr>
            <a:graphicFrameLocks noGrp="1"/>
          </p:cNvGraphicFramePr>
          <p:nvPr>
            <p:ph idx="1"/>
            <p:extLst>
              <p:ext uri="{D42A27DB-BD31-4B8C-83A1-F6EECF244321}">
                <p14:modId xmlns:p14="http://schemas.microsoft.com/office/powerpoint/2010/main" val="1119061477"/>
              </p:ext>
            </p:extLst>
          </p:nvPr>
        </p:nvGraphicFramePr>
        <p:xfrm>
          <a:off x="960120" y="640080"/>
          <a:ext cx="10271760" cy="32023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207034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B2858-A5C0-2C1A-6CC3-0F1B81D3D0AE}"/>
              </a:ext>
            </a:extLst>
          </p:cNvPr>
          <p:cNvSpPr>
            <a:spLocks noGrp="1"/>
          </p:cNvSpPr>
          <p:nvPr>
            <p:ph type="title"/>
          </p:nvPr>
        </p:nvSpPr>
        <p:spPr/>
        <p:txBody>
          <a:bodyPr/>
          <a:lstStyle/>
          <a:p>
            <a:r>
              <a:rPr lang="en-US"/>
              <a:t>Exploratory Data</a:t>
            </a:r>
          </a:p>
        </p:txBody>
      </p:sp>
      <p:pic>
        <p:nvPicPr>
          <p:cNvPr id="5" name="Content Placeholder 4">
            <a:extLst>
              <a:ext uri="{FF2B5EF4-FFF2-40B4-BE49-F238E27FC236}">
                <a16:creationId xmlns:a16="http://schemas.microsoft.com/office/drawing/2014/main" id="{68EAEE67-F358-9105-4402-AB47473077D3}"/>
              </a:ext>
            </a:extLst>
          </p:cNvPr>
          <p:cNvPicPr>
            <a:picLocks noGrp="1" noChangeAspect="1"/>
          </p:cNvPicPr>
          <p:nvPr>
            <p:ph idx="1"/>
          </p:nvPr>
        </p:nvPicPr>
        <p:blipFill>
          <a:blip r:embed="rId2"/>
          <a:stretch>
            <a:fillRect/>
          </a:stretch>
        </p:blipFill>
        <p:spPr>
          <a:xfrm>
            <a:off x="3447411" y="766627"/>
            <a:ext cx="8741734" cy="5057942"/>
          </a:xfrm>
          <a:prstGeom prst="rect">
            <a:avLst/>
          </a:prstGeom>
        </p:spPr>
      </p:pic>
      <p:sp>
        <p:nvSpPr>
          <p:cNvPr id="4" name="Text Placeholder 3">
            <a:extLst>
              <a:ext uri="{FF2B5EF4-FFF2-40B4-BE49-F238E27FC236}">
                <a16:creationId xmlns:a16="http://schemas.microsoft.com/office/drawing/2014/main" id="{6FF64BE4-4841-B9F9-A52C-44D72B77225F}"/>
              </a:ext>
            </a:extLst>
          </p:cNvPr>
          <p:cNvSpPr>
            <a:spLocks noGrp="1"/>
          </p:cNvSpPr>
          <p:nvPr>
            <p:ph type="body" sz="half" idx="2"/>
          </p:nvPr>
        </p:nvSpPr>
        <p:spPr/>
        <p:txBody>
          <a:bodyPr/>
          <a:lstStyle/>
          <a:p>
            <a:r>
              <a:rPr lang="en-US"/>
              <a:t>First, I did some exploration of the data to see if there was any data that we could use for our prediction.</a:t>
            </a:r>
          </a:p>
        </p:txBody>
      </p:sp>
    </p:spTree>
    <p:extLst>
      <p:ext uri="{BB962C8B-B14F-4D97-AF65-F5344CB8AC3E}">
        <p14:creationId xmlns:p14="http://schemas.microsoft.com/office/powerpoint/2010/main" val="5656884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E5C84-FDFA-A4C4-2995-98F4F8C8C04F}"/>
              </a:ext>
            </a:extLst>
          </p:cNvPr>
          <p:cNvSpPr>
            <a:spLocks noGrp="1"/>
          </p:cNvSpPr>
          <p:nvPr>
            <p:ph type="title"/>
          </p:nvPr>
        </p:nvSpPr>
        <p:spPr/>
        <p:txBody>
          <a:bodyPr/>
          <a:lstStyle/>
          <a:p>
            <a:r>
              <a:rPr lang="en-US"/>
              <a:t>Exploratory Data Continued</a:t>
            </a:r>
          </a:p>
        </p:txBody>
      </p:sp>
      <p:pic>
        <p:nvPicPr>
          <p:cNvPr id="5" name="Content Placeholder 4">
            <a:extLst>
              <a:ext uri="{FF2B5EF4-FFF2-40B4-BE49-F238E27FC236}">
                <a16:creationId xmlns:a16="http://schemas.microsoft.com/office/drawing/2014/main" id="{E8815BC8-BC69-51DE-92D0-734A30DCAA9B}"/>
              </a:ext>
            </a:extLst>
          </p:cNvPr>
          <p:cNvPicPr>
            <a:picLocks noGrp="1" noChangeAspect="1"/>
          </p:cNvPicPr>
          <p:nvPr>
            <p:ph idx="1"/>
          </p:nvPr>
        </p:nvPicPr>
        <p:blipFill>
          <a:blip r:embed="rId2"/>
          <a:stretch>
            <a:fillRect/>
          </a:stretch>
        </p:blipFill>
        <p:spPr>
          <a:xfrm>
            <a:off x="3968634" y="225313"/>
            <a:ext cx="7731271" cy="6414519"/>
          </a:xfrm>
          <a:prstGeom prst="rect">
            <a:avLst/>
          </a:prstGeom>
        </p:spPr>
      </p:pic>
      <p:sp>
        <p:nvSpPr>
          <p:cNvPr id="4" name="Text Placeholder 3">
            <a:extLst>
              <a:ext uri="{FF2B5EF4-FFF2-40B4-BE49-F238E27FC236}">
                <a16:creationId xmlns:a16="http://schemas.microsoft.com/office/drawing/2014/main" id="{750227EB-0742-C1B8-4378-E79849DF3404}"/>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39983214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1D329-AC56-1FD0-20FB-C32863F6E5EB}"/>
              </a:ext>
            </a:extLst>
          </p:cNvPr>
          <p:cNvSpPr>
            <a:spLocks noGrp="1"/>
          </p:cNvSpPr>
          <p:nvPr>
            <p:ph type="title"/>
          </p:nvPr>
        </p:nvSpPr>
        <p:spPr/>
        <p:txBody>
          <a:bodyPr/>
          <a:lstStyle/>
          <a:p>
            <a:r>
              <a:rPr lang="en-US" dirty="0"/>
              <a:t>Exploratory Data Continued</a:t>
            </a:r>
          </a:p>
        </p:txBody>
      </p:sp>
      <p:pic>
        <p:nvPicPr>
          <p:cNvPr id="5" name="Content Placeholder 4">
            <a:extLst>
              <a:ext uri="{FF2B5EF4-FFF2-40B4-BE49-F238E27FC236}">
                <a16:creationId xmlns:a16="http://schemas.microsoft.com/office/drawing/2014/main" id="{D62B3F33-B3B9-477D-C15A-0A678B689936}"/>
              </a:ext>
            </a:extLst>
          </p:cNvPr>
          <p:cNvPicPr>
            <a:picLocks noGrp="1" noChangeAspect="1"/>
          </p:cNvPicPr>
          <p:nvPr>
            <p:ph idx="1"/>
          </p:nvPr>
        </p:nvPicPr>
        <p:blipFill>
          <a:blip r:embed="rId2"/>
          <a:stretch>
            <a:fillRect/>
          </a:stretch>
        </p:blipFill>
        <p:spPr>
          <a:xfrm>
            <a:off x="4243996" y="63401"/>
            <a:ext cx="6096000" cy="3363650"/>
          </a:xfrm>
          <a:prstGeom prst="rect">
            <a:avLst/>
          </a:prstGeom>
        </p:spPr>
      </p:pic>
      <p:sp>
        <p:nvSpPr>
          <p:cNvPr id="4" name="Text Placeholder 3">
            <a:extLst>
              <a:ext uri="{FF2B5EF4-FFF2-40B4-BE49-F238E27FC236}">
                <a16:creationId xmlns:a16="http://schemas.microsoft.com/office/drawing/2014/main" id="{9AF28587-B91A-C3B2-0C73-521405EB8B4C}"/>
              </a:ext>
            </a:extLst>
          </p:cNvPr>
          <p:cNvSpPr>
            <a:spLocks noGrp="1"/>
          </p:cNvSpPr>
          <p:nvPr>
            <p:ph type="body" sz="half" idx="2"/>
          </p:nvPr>
        </p:nvSpPr>
        <p:spPr/>
        <p:txBody>
          <a:bodyPr/>
          <a:lstStyle/>
          <a:p>
            <a:r>
              <a:rPr lang="en-US"/>
              <a:t>From this initial data it was clear that we were going to need to do some more cleaning and possibly transforming of the dataset to get predictions to work out.</a:t>
            </a:r>
          </a:p>
        </p:txBody>
      </p:sp>
      <p:pic>
        <p:nvPicPr>
          <p:cNvPr id="6" name="Picture 5" descr="A graph showing a number of owners&#10;&#10;AI-generated content may be incorrect.">
            <a:extLst>
              <a:ext uri="{FF2B5EF4-FFF2-40B4-BE49-F238E27FC236}">
                <a16:creationId xmlns:a16="http://schemas.microsoft.com/office/drawing/2014/main" id="{01F63A6D-8E87-85A4-1F79-21AC1ACCF433}"/>
              </a:ext>
            </a:extLst>
          </p:cNvPr>
          <p:cNvPicPr>
            <a:picLocks noChangeAspect="1"/>
          </p:cNvPicPr>
          <p:nvPr/>
        </p:nvPicPr>
        <p:blipFill>
          <a:blip r:embed="rId3"/>
          <a:stretch>
            <a:fillRect/>
          </a:stretch>
        </p:blipFill>
        <p:spPr>
          <a:xfrm>
            <a:off x="3447435" y="3747759"/>
            <a:ext cx="8259097" cy="2324450"/>
          </a:xfrm>
          <a:prstGeom prst="rect">
            <a:avLst/>
          </a:prstGeom>
        </p:spPr>
      </p:pic>
    </p:spTree>
    <p:extLst>
      <p:ext uri="{BB962C8B-B14F-4D97-AF65-F5344CB8AC3E}">
        <p14:creationId xmlns:p14="http://schemas.microsoft.com/office/powerpoint/2010/main" val="10529852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8E0F5-D5AC-14AC-15D9-E2E5106B534F}"/>
              </a:ext>
            </a:extLst>
          </p:cNvPr>
          <p:cNvSpPr>
            <a:spLocks noGrp="1"/>
          </p:cNvSpPr>
          <p:nvPr>
            <p:ph type="title"/>
          </p:nvPr>
        </p:nvSpPr>
        <p:spPr/>
        <p:txBody>
          <a:bodyPr/>
          <a:lstStyle/>
          <a:p>
            <a:r>
              <a:rPr lang="en-US"/>
              <a:t>Cleaning data</a:t>
            </a:r>
          </a:p>
        </p:txBody>
      </p:sp>
      <p:pic>
        <p:nvPicPr>
          <p:cNvPr id="5" name="Content Placeholder 4" descr="A group of blue and white bars&#10;&#10;AI-generated content may be incorrect.">
            <a:extLst>
              <a:ext uri="{FF2B5EF4-FFF2-40B4-BE49-F238E27FC236}">
                <a16:creationId xmlns:a16="http://schemas.microsoft.com/office/drawing/2014/main" id="{D1ABED91-D6F5-F6C8-1740-8A0A77BB4B0C}"/>
              </a:ext>
            </a:extLst>
          </p:cNvPr>
          <p:cNvPicPr>
            <a:picLocks noGrp="1" noChangeAspect="1"/>
          </p:cNvPicPr>
          <p:nvPr>
            <p:ph idx="1"/>
          </p:nvPr>
        </p:nvPicPr>
        <p:blipFill>
          <a:blip r:embed="rId2"/>
          <a:stretch>
            <a:fillRect/>
          </a:stretch>
        </p:blipFill>
        <p:spPr>
          <a:xfrm>
            <a:off x="4287012" y="-117"/>
            <a:ext cx="6096000" cy="3429235"/>
          </a:xfrm>
          <a:prstGeom prst="rect">
            <a:avLst/>
          </a:prstGeom>
        </p:spPr>
      </p:pic>
      <p:sp>
        <p:nvSpPr>
          <p:cNvPr id="4" name="Text Placeholder 3">
            <a:extLst>
              <a:ext uri="{FF2B5EF4-FFF2-40B4-BE49-F238E27FC236}">
                <a16:creationId xmlns:a16="http://schemas.microsoft.com/office/drawing/2014/main" id="{338EB451-2C1C-521B-C51D-C9DC7ADA3318}"/>
              </a:ext>
            </a:extLst>
          </p:cNvPr>
          <p:cNvSpPr>
            <a:spLocks noGrp="1"/>
          </p:cNvSpPr>
          <p:nvPr>
            <p:ph type="body" sz="half" idx="2"/>
          </p:nvPr>
        </p:nvSpPr>
        <p:spPr/>
        <p:txBody>
          <a:bodyPr/>
          <a:lstStyle/>
          <a:p>
            <a:r>
              <a:rPr lang="en-US"/>
              <a:t>I landed on just doing a log transformation on the data and then removing the outliers. But price was probably the only point that we could use.</a:t>
            </a:r>
          </a:p>
        </p:txBody>
      </p:sp>
      <p:pic>
        <p:nvPicPr>
          <p:cNvPr id="6" name="Picture 5">
            <a:extLst>
              <a:ext uri="{FF2B5EF4-FFF2-40B4-BE49-F238E27FC236}">
                <a16:creationId xmlns:a16="http://schemas.microsoft.com/office/drawing/2014/main" id="{6B325E3E-0FB0-FA3C-B8E9-00132C5B8FFD}"/>
              </a:ext>
            </a:extLst>
          </p:cNvPr>
          <p:cNvPicPr>
            <a:picLocks noChangeAspect="1"/>
          </p:cNvPicPr>
          <p:nvPr/>
        </p:nvPicPr>
        <p:blipFill>
          <a:blip r:embed="rId3"/>
          <a:stretch>
            <a:fillRect/>
          </a:stretch>
        </p:blipFill>
        <p:spPr>
          <a:xfrm>
            <a:off x="4289322" y="3428862"/>
            <a:ext cx="6378679" cy="3429275"/>
          </a:xfrm>
          <a:prstGeom prst="rect">
            <a:avLst/>
          </a:prstGeom>
        </p:spPr>
      </p:pic>
    </p:spTree>
    <p:extLst>
      <p:ext uri="{BB962C8B-B14F-4D97-AF65-F5344CB8AC3E}">
        <p14:creationId xmlns:p14="http://schemas.microsoft.com/office/powerpoint/2010/main" val="13367713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F645BF8-7885-4398-80BC-4C0DF24F5C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3212FB65-CD2B-4005-B910-132DCE19FC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5" name="Rectangle 14">
            <a:extLst>
              <a:ext uri="{FF2B5EF4-FFF2-40B4-BE49-F238E27FC236}">
                <a16:creationId xmlns:a16="http://schemas.microsoft.com/office/drawing/2014/main" id="{A35CBD63-8F8F-47DC-9CE7-159E6161D8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A0E3486-FD49-4921-B4F4-E5BB5C88AC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58953"/>
            <a:ext cx="3577575"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688582FB-2C0F-A241-6EAB-0E766D161E58}"/>
              </a:ext>
            </a:extLst>
          </p:cNvPr>
          <p:cNvSpPr>
            <a:spLocks noGrp="1"/>
          </p:cNvSpPr>
          <p:nvPr>
            <p:ph type="title"/>
          </p:nvPr>
        </p:nvSpPr>
        <p:spPr>
          <a:xfrm>
            <a:off x="252919" y="1123837"/>
            <a:ext cx="2947482" cy="1038177"/>
          </a:xfrm>
        </p:spPr>
        <p:txBody>
          <a:bodyPr vert="horz" lIns="91440" tIns="45720" rIns="91440" bIns="45720" rtlCol="0" anchor="b">
            <a:normAutofit/>
          </a:bodyPr>
          <a:lstStyle/>
          <a:p>
            <a:r>
              <a:rPr lang="en-US" sz="2400"/>
              <a:t>Distribution of Games During what months</a:t>
            </a:r>
          </a:p>
        </p:txBody>
      </p:sp>
      <p:sp>
        <p:nvSpPr>
          <p:cNvPr id="4" name="Text Placeholder 3">
            <a:extLst>
              <a:ext uri="{FF2B5EF4-FFF2-40B4-BE49-F238E27FC236}">
                <a16:creationId xmlns:a16="http://schemas.microsoft.com/office/drawing/2014/main" id="{8D2A9F8C-9E49-CC36-0442-CBC922466665}"/>
              </a:ext>
            </a:extLst>
          </p:cNvPr>
          <p:cNvSpPr>
            <a:spLocks noGrp="1"/>
          </p:cNvSpPr>
          <p:nvPr>
            <p:ph type="body" sz="half" idx="2"/>
          </p:nvPr>
        </p:nvSpPr>
        <p:spPr>
          <a:xfrm>
            <a:off x="252920" y="2162014"/>
            <a:ext cx="2947482" cy="3744264"/>
          </a:xfrm>
        </p:spPr>
        <p:txBody>
          <a:bodyPr vert="horz" lIns="91440" tIns="45720" rIns="91440" bIns="45720" rtlCol="0" anchor="t">
            <a:normAutofit/>
          </a:bodyPr>
          <a:lstStyle/>
          <a:p>
            <a:pPr indent="-182880">
              <a:lnSpc>
                <a:spcPct val="90000"/>
              </a:lnSpc>
              <a:buFont typeface="Wingdings 2" pitchFamily="18" charset="2"/>
              <a:buChar char=""/>
            </a:pPr>
            <a:r>
              <a:rPr lang="en-US" sz="1600"/>
              <a:t>Looking at the distribution of the Games released in each month it is very normal.</a:t>
            </a:r>
          </a:p>
        </p:txBody>
      </p:sp>
      <p:sp>
        <p:nvSpPr>
          <p:cNvPr id="19" name="Rectangle 18">
            <a:extLst>
              <a:ext uri="{FF2B5EF4-FFF2-40B4-BE49-F238E27FC236}">
                <a16:creationId xmlns:a16="http://schemas.microsoft.com/office/drawing/2014/main" id="{83B4A72C-2924-4CE2-8674-7E02E182ED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3" name="Content Placeholder 2" descr="A graph of blue bars&#10;&#10;AI-generated content may be incorrect.">
            <a:extLst>
              <a:ext uri="{FF2B5EF4-FFF2-40B4-BE49-F238E27FC236}">
                <a16:creationId xmlns:a16="http://schemas.microsoft.com/office/drawing/2014/main" id="{BBA5DB6A-81B4-761C-53E9-BAEEC191422B}"/>
              </a:ext>
            </a:extLst>
          </p:cNvPr>
          <p:cNvPicPr>
            <a:picLocks noGrp="1" noChangeAspect="1"/>
          </p:cNvPicPr>
          <p:nvPr>
            <p:ph idx="1"/>
          </p:nvPr>
        </p:nvPicPr>
        <p:blipFill>
          <a:blip r:embed="rId3"/>
          <a:stretch>
            <a:fillRect/>
          </a:stretch>
        </p:blipFill>
        <p:spPr>
          <a:xfrm>
            <a:off x="3577460" y="1126468"/>
            <a:ext cx="8622659" cy="4783703"/>
          </a:xfrm>
          <a:prstGeom prst="rect">
            <a:avLst/>
          </a:prstGeom>
        </p:spPr>
      </p:pic>
    </p:spTree>
    <p:extLst>
      <p:ext uri="{BB962C8B-B14F-4D97-AF65-F5344CB8AC3E}">
        <p14:creationId xmlns:p14="http://schemas.microsoft.com/office/powerpoint/2010/main" val="38626059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4FBAF-87D6-AD6A-72A3-021736111B46}"/>
              </a:ext>
            </a:extLst>
          </p:cNvPr>
          <p:cNvSpPr>
            <a:spLocks noGrp="1"/>
          </p:cNvSpPr>
          <p:nvPr>
            <p:ph type="title"/>
          </p:nvPr>
        </p:nvSpPr>
        <p:spPr/>
        <p:txBody>
          <a:bodyPr/>
          <a:lstStyle/>
          <a:p>
            <a:r>
              <a:rPr lang="en-US"/>
              <a:t>Predicting Prices with the Release Month</a:t>
            </a:r>
          </a:p>
        </p:txBody>
      </p:sp>
      <p:sp>
        <p:nvSpPr>
          <p:cNvPr id="4" name="Text Placeholder 3">
            <a:extLst>
              <a:ext uri="{FF2B5EF4-FFF2-40B4-BE49-F238E27FC236}">
                <a16:creationId xmlns:a16="http://schemas.microsoft.com/office/drawing/2014/main" id="{18F7E166-B063-0070-32B3-7B799673F54E}"/>
              </a:ext>
            </a:extLst>
          </p:cNvPr>
          <p:cNvSpPr>
            <a:spLocks noGrp="1"/>
          </p:cNvSpPr>
          <p:nvPr>
            <p:ph type="body" sz="half" idx="2"/>
          </p:nvPr>
        </p:nvSpPr>
        <p:spPr/>
        <p:txBody>
          <a:bodyPr/>
          <a:lstStyle/>
          <a:p>
            <a:endParaRPr lang="en-US" dirty="0">
              <a:ea typeface="+mn-lt"/>
              <a:cs typeface="+mn-lt"/>
            </a:endParaRPr>
          </a:p>
          <a:p>
            <a:r>
              <a:rPr lang="en-US" dirty="0">
                <a:ea typeface="+mn-lt"/>
                <a:cs typeface="+mn-lt"/>
              </a:rPr>
              <a:t>R2 Value: 0.0011215150913588268</a:t>
            </a:r>
            <a:endParaRPr lang="en-US" dirty="0"/>
          </a:p>
          <a:p>
            <a:r>
              <a:rPr lang="en-US" dirty="0">
                <a:ea typeface="+mn-lt"/>
                <a:cs typeface="+mn-lt"/>
              </a:rPr>
              <a:t>Root Mean Squared Error: 1.0013022406779024</a:t>
            </a:r>
          </a:p>
          <a:p>
            <a:r>
              <a:rPr lang="en-US" dirty="0"/>
              <a:t>P-Value: </a:t>
            </a:r>
            <a:r>
              <a:rPr lang="en-US" dirty="0">
                <a:ea typeface="+mn-lt"/>
                <a:cs typeface="+mn-lt"/>
              </a:rPr>
              <a:t>1.290371e-16</a:t>
            </a:r>
            <a:endParaRPr lang="en-US" dirty="0"/>
          </a:p>
          <a:p>
            <a:endParaRPr lang="en-US" dirty="0"/>
          </a:p>
        </p:txBody>
      </p:sp>
      <p:graphicFrame>
        <p:nvGraphicFramePr>
          <p:cNvPr id="10" name="Table 9">
            <a:extLst>
              <a:ext uri="{FF2B5EF4-FFF2-40B4-BE49-F238E27FC236}">
                <a16:creationId xmlns:a16="http://schemas.microsoft.com/office/drawing/2014/main" id="{7D3A6A68-6725-9733-EE7E-7B7D62754D13}"/>
              </a:ext>
            </a:extLst>
          </p:cNvPr>
          <p:cNvGraphicFramePr>
            <a:graphicFrameLocks noGrp="1"/>
          </p:cNvGraphicFramePr>
          <p:nvPr>
            <p:extLst>
              <p:ext uri="{D42A27DB-BD31-4B8C-83A1-F6EECF244321}">
                <p14:modId xmlns:p14="http://schemas.microsoft.com/office/powerpoint/2010/main" val="955522182"/>
              </p:ext>
            </p:extLst>
          </p:nvPr>
        </p:nvGraphicFramePr>
        <p:xfrm>
          <a:off x="3453580" y="737419"/>
          <a:ext cx="8447586" cy="5347355"/>
        </p:xfrm>
        <a:graphic>
          <a:graphicData uri="http://schemas.openxmlformats.org/drawingml/2006/table">
            <a:tbl>
              <a:tblPr firstRow="1" bandRow="1">
                <a:tableStyleId>{5C22544A-7EE6-4342-B048-85BDC9FD1C3A}</a:tableStyleId>
              </a:tblPr>
              <a:tblGrid>
                <a:gridCol w="2815862">
                  <a:extLst>
                    <a:ext uri="{9D8B030D-6E8A-4147-A177-3AD203B41FA5}">
                      <a16:colId xmlns:a16="http://schemas.microsoft.com/office/drawing/2014/main" val="3272343054"/>
                    </a:ext>
                  </a:extLst>
                </a:gridCol>
                <a:gridCol w="2815862">
                  <a:extLst>
                    <a:ext uri="{9D8B030D-6E8A-4147-A177-3AD203B41FA5}">
                      <a16:colId xmlns:a16="http://schemas.microsoft.com/office/drawing/2014/main" val="621600323"/>
                    </a:ext>
                  </a:extLst>
                </a:gridCol>
                <a:gridCol w="2815862">
                  <a:extLst>
                    <a:ext uri="{9D8B030D-6E8A-4147-A177-3AD203B41FA5}">
                      <a16:colId xmlns:a16="http://schemas.microsoft.com/office/drawing/2014/main" val="1235210383"/>
                    </a:ext>
                  </a:extLst>
                </a:gridCol>
              </a:tblGrid>
              <a:tr h="411335">
                <a:tc>
                  <a:txBody>
                    <a:bodyPr/>
                    <a:lstStyle/>
                    <a:p>
                      <a:pPr lvl="0">
                        <a:buNone/>
                      </a:pPr>
                      <a:r>
                        <a:rPr lang="en-US" sz="1800" b="0" i="0" u="none" strike="noStrike" noProof="0" err="1">
                          <a:latin typeface="Corbel"/>
                        </a:rPr>
                        <a:t>release_month_name</a:t>
                      </a:r>
                      <a:endParaRPr lang="en-US" err="1"/>
                    </a:p>
                  </a:txBody>
                  <a:tcPr/>
                </a:tc>
                <a:tc>
                  <a:txBody>
                    <a:bodyPr/>
                    <a:lstStyle/>
                    <a:p>
                      <a:pPr lvl="0">
                        <a:buNone/>
                      </a:pPr>
                      <a:r>
                        <a:rPr lang="en-US" sz="1800" b="0" i="0" u="none" strike="noStrike" noProof="0" err="1">
                          <a:latin typeface="Corbel"/>
                        </a:rPr>
                        <a:t>predicted_price_USD</a:t>
                      </a:r>
                      <a:endParaRPr lang="en-US" err="1"/>
                    </a:p>
                  </a:txBody>
                  <a:tcPr/>
                </a:tc>
                <a:tc>
                  <a:txBody>
                    <a:bodyPr/>
                    <a:lstStyle/>
                    <a:p>
                      <a:pPr lvl="0">
                        <a:buNone/>
                      </a:pPr>
                      <a:r>
                        <a:rPr lang="en-US" sz="1800" b="0" i="0" u="none" strike="noStrike" noProof="0" err="1">
                          <a:latin typeface="Corbel"/>
                        </a:rPr>
                        <a:t>actual_price_USD</a:t>
                      </a:r>
                      <a:endParaRPr lang="en-US" err="1"/>
                    </a:p>
                  </a:txBody>
                  <a:tcPr/>
                </a:tc>
                <a:extLst>
                  <a:ext uri="{0D108BD9-81ED-4DB2-BD59-A6C34878D82A}">
                    <a16:rowId xmlns:a16="http://schemas.microsoft.com/office/drawing/2014/main" val="499260846"/>
                  </a:ext>
                </a:extLst>
              </a:tr>
              <a:tr h="411335">
                <a:tc>
                  <a:txBody>
                    <a:bodyPr/>
                    <a:lstStyle/>
                    <a:p>
                      <a:pPr lvl="0">
                        <a:buNone/>
                      </a:pPr>
                      <a:r>
                        <a:rPr lang="en-US" sz="1800" b="0" i="0" u="none" strike="noStrike" noProof="0">
                          <a:latin typeface="Corbel"/>
                        </a:rPr>
                        <a:t>January</a:t>
                      </a:r>
                      <a:endParaRPr lang="en-US"/>
                    </a:p>
                  </a:txBody>
                  <a:tcPr/>
                </a:tc>
                <a:tc>
                  <a:txBody>
                    <a:bodyPr/>
                    <a:lstStyle/>
                    <a:p>
                      <a:pPr lvl="0">
                        <a:buNone/>
                      </a:pPr>
                      <a:r>
                        <a:rPr lang="en-US" sz="1800" b="0" i="0" u="none" strike="noStrike" noProof="0">
                          <a:latin typeface="Corbel"/>
                        </a:rPr>
                        <a:t>3.72</a:t>
                      </a:r>
                      <a:endParaRPr lang="en-US"/>
                    </a:p>
                  </a:txBody>
                  <a:tcPr/>
                </a:tc>
                <a:tc>
                  <a:txBody>
                    <a:bodyPr/>
                    <a:lstStyle/>
                    <a:p>
                      <a:pPr lvl="0">
                        <a:buNone/>
                      </a:pPr>
                      <a:r>
                        <a:rPr lang="en-US" sz="1800" b="0" i="0" u="none" strike="noStrike" noProof="0">
                          <a:latin typeface="Corbel"/>
                        </a:rPr>
                        <a:t>3.70</a:t>
                      </a:r>
                      <a:endParaRPr lang="en-US"/>
                    </a:p>
                  </a:txBody>
                  <a:tcPr/>
                </a:tc>
                <a:extLst>
                  <a:ext uri="{0D108BD9-81ED-4DB2-BD59-A6C34878D82A}">
                    <a16:rowId xmlns:a16="http://schemas.microsoft.com/office/drawing/2014/main" val="2702859649"/>
                  </a:ext>
                </a:extLst>
              </a:tr>
              <a:tr h="411335">
                <a:tc>
                  <a:txBody>
                    <a:bodyPr/>
                    <a:lstStyle/>
                    <a:p>
                      <a:pPr lvl="0">
                        <a:buNone/>
                      </a:pPr>
                      <a:r>
                        <a:rPr lang="en-US" sz="1800" b="0" i="0" u="none" strike="noStrike" noProof="0">
                          <a:latin typeface="Corbel"/>
                        </a:rPr>
                        <a:t>February</a:t>
                      </a:r>
                      <a:endParaRPr lang="en-US"/>
                    </a:p>
                  </a:txBody>
                  <a:tcPr/>
                </a:tc>
                <a:tc>
                  <a:txBody>
                    <a:bodyPr/>
                    <a:lstStyle/>
                    <a:p>
                      <a:pPr lvl="0">
                        <a:buNone/>
                      </a:pPr>
                      <a:r>
                        <a:rPr lang="en-US" sz="1800" b="0" i="0" u="none" strike="noStrike" noProof="0">
                          <a:latin typeface="Corbel"/>
                        </a:rPr>
                        <a:t>3.86</a:t>
                      </a:r>
                      <a:endParaRPr lang="en-US"/>
                    </a:p>
                  </a:txBody>
                  <a:tcPr/>
                </a:tc>
                <a:tc>
                  <a:txBody>
                    <a:bodyPr/>
                    <a:lstStyle/>
                    <a:p>
                      <a:pPr lvl="0">
                        <a:buNone/>
                      </a:pPr>
                      <a:r>
                        <a:rPr lang="en-US" sz="1800" b="0" i="0" u="none" strike="noStrike" noProof="0">
                          <a:latin typeface="Corbel"/>
                        </a:rPr>
                        <a:t>3.89</a:t>
                      </a:r>
                      <a:endParaRPr lang="en-US"/>
                    </a:p>
                  </a:txBody>
                  <a:tcPr/>
                </a:tc>
                <a:extLst>
                  <a:ext uri="{0D108BD9-81ED-4DB2-BD59-A6C34878D82A}">
                    <a16:rowId xmlns:a16="http://schemas.microsoft.com/office/drawing/2014/main" val="494727653"/>
                  </a:ext>
                </a:extLst>
              </a:tr>
              <a:tr h="411335">
                <a:tc>
                  <a:txBody>
                    <a:bodyPr/>
                    <a:lstStyle/>
                    <a:p>
                      <a:pPr lvl="0">
                        <a:buNone/>
                      </a:pPr>
                      <a:r>
                        <a:rPr lang="en-US" sz="1800" b="0" i="0" u="none" strike="noStrike" noProof="0">
                          <a:latin typeface="Corbel"/>
                        </a:rPr>
                        <a:t>March</a:t>
                      </a:r>
                      <a:endParaRPr lang="en-US"/>
                    </a:p>
                  </a:txBody>
                  <a:tcPr/>
                </a:tc>
                <a:tc>
                  <a:txBody>
                    <a:bodyPr/>
                    <a:lstStyle/>
                    <a:p>
                      <a:pPr lvl="0">
                        <a:buNone/>
                      </a:pPr>
                      <a:r>
                        <a:rPr lang="en-US" sz="1800" b="0" i="0" u="none" strike="noStrike" noProof="0">
                          <a:latin typeface="Corbel"/>
                        </a:rPr>
                        <a:t>3.97</a:t>
                      </a:r>
                      <a:endParaRPr lang="en-US"/>
                    </a:p>
                  </a:txBody>
                  <a:tcPr/>
                </a:tc>
                <a:tc>
                  <a:txBody>
                    <a:bodyPr/>
                    <a:lstStyle/>
                    <a:p>
                      <a:pPr lvl="0">
                        <a:buNone/>
                      </a:pPr>
                      <a:r>
                        <a:rPr lang="en-US" sz="1800" b="0" i="0" u="none" strike="noStrike" noProof="0">
                          <a:latin typeface="Corbel"/>
                        </a:rPr>
                        <a:t>3.96</a:t>
                      </a:r>
                      <a:endParaRPr lang="en-US"/>
                    </a:p>
                  </a:txBody>
                  <a:tcPr/>
                </a:tc>
                <a:extLst>
                  <a:ext uri="{0D108BD9-81ED-4DB2-BD59-A6C34878D82A}">
                    <a16:rowId xmlns:a16="http://schemas.microsoft.com/office/drawing/2014/main" val="2566202598"/>
                  </a:ext>
                </a:extLst>
              </a:tr>
              <a:tr h="411335">
                <a:tc>
                  <a:txBody>
                    <a:bodyPr/>
                    <a:lstStyle/>
                    <a:p>
                      <a:pPr lvl="0">
                        <a:buNone/>
                      </a:pPr>
                      <a:r>
                        <a:rPr lang="en-US" sz="1800" b="0" i="0" u="none" strike="noStrike" noProof="0">
                          <a:latin typeface="Corbel"/>
                        </a:rPr>
                        <a:t>April</a:t>
                      </a:r>
                      <a:endParaRPr lang="en-US"/>
                    </a:p>
                  </a:txBody>
                  <a:tcPr/>
                </a:tc>
                <a:tc>
                  <a:txBody>
                    <a:bodyPr/>
                    <a:lstStyle/>
                    <a:p>
                      <a:pPr lvl="0">
                        <a:buNone/>
                      </a:pPr>
                      <a:r>
                        <a:rPr lang="en-US" sz="1800" b="0" i="0" u="none" strike="noStrike" noProof="0">
                          <a:latin typeface="Corbel"/>
                        </a:rPr>
                        <a:t>3.85</a:t>
                      </a:r>
                      <a:endParaRPr lang="en-US"/>
                    </a:p>
                  </a:txBody>
                  <a:tcPr/>
                </a:tc>
                <a:tc>
                  <a:txBody>
                    <a:bodyPr/>
                    <a:lstStyle/>
                    <a:p>
                      <a:pPr lvl="0">
                        <a:buNone/>
                      </a:pPr>
                      <a:r>
                        <a:rPr lang="en-US" sz="1800" b="0" i="0" u="none" strike="noStrike" noProof="0">
                          <a:latin typeface="Corbel"/>
                        </a:rPr>
                        <a:t>3.88</a:t>
                      </a:r>
                      <a:endParaRPr lang="en-US"/>
                    </a:p>
                  </a:txBody>
                  <a:tcPr/>
                </a:tc>
                <a:extLst>
                  <a:ext uri="{0D108BD9-81ED-4DB2-BD59-A6C34878D82A}">
                    <a16:rowId xmlns:a16="http://schemas.microsoft.com/office/drawing/2014/main" val="468036385"/>
                  </a:ext>
                </a:extLst>
              </a:tr>
              <a:tr h="411335">
                <a:tc>
                  <a:txBody>
                    <a:bodyPr/>
                    <a:lstStyle/>
                    <a:p>
                      <a:pPr lvl="0">
                        <a:buNone/>
                      </a:pPr>
                      <a:r>
                        <a:rPr lang="en-US" sz="1800" b="0" i="0" u="none" strike="noStrike" noProof="0">
                          <a:latin typeface="Corbel"/>
                        </a:rPr>
                        <a:t>May</a:t>
                      </a:r>
                      <a:endParaRPr lang="en-US"/>
                    </a:p>
                  </a:txBody>
                  <a:tcPr/>
                </a:tc>
                <a:tc>
                  <a:txBody>
                    <a:bodyPr/>
                    <a:lstStyle/>
                    <a:p>
                      <a:pPr lvl="0">
                        <a:buNone/>
                      </a:pPr>
                      <a:r>
                        <a:rPr lang="en-US" sz="1800" b="0" i="0" u="none" strike="noStrike" noProof="0">
                          <a:latin typeface="Corbel"/>
                        </a:rPr>
                        <a:t>3.82</a:t>
                      </a:r>
                      <a:endParaRPr lang="en-US"/>
                    </a:p>
                  </a:txBody>
                  <a:tcPr/>
                </a:tc>
                <a:tc>
                  <a:txBody>
                    <a:bodyPr/>
                    <a:lstStyle/>
                    <a:p>
                      <a:pPr lvl="0">
                        <a:buNone/>
                      </a:pPr>
                      <a:r>
                        <a:rPr lang="en-US" sz="1800" b="0" i="0" u="none" strike="noStrike" noProof="0">
                          <a:latin typeface="Corbel"/>
                        </a:rPr>
                        <a:t>3.79</a:t>
                      </a:r>
                      <a:endParaRPr lang="en-US"/>
                    </a:p>
                  </a:txBody>
                  <a:tcPr/>
                </a:tc>
                <a:extLst>
                  <a:ext uri="{0D108BD9-81ED-4DB2-BD59-A6C34878D82A}">
                    <a16:rowId xmlns:a16="http://schemas.microsoft.com/office/drawing/2014/main" val="1389801853"/>
                  </a:ext>
                </a:extLst>
              </a:tr>
              <a:tr h="411335">
                <a:tc>
                  <a:txBody>
                    <a:bodyPr/>
                    <a:lstStyle/>
                    <a:p>
                      <a:pPr lvl="0">
                        <a:buNone/>
                      </a:pPr>
                      <a:r>
                        <a:rPr lang="en-US" sz="1800" b="0" i="0" u="none" strike="noStrike" noProof="0">
                          <a:latin typeface="Corbel"/>
                        </a:rPr>
                        <a:t>June</a:t>
                      </a:r>
                      <a:endParaRPr lang="en-US"/>
                    </a:p>
                  </a:txBody>
                  <a:tcPr/>
                </a:tc>
                <a:tc>
                  <a:txBody>
                    <a:bodyPr/>
                    <a:lstStyle/>
                    <a:p>
                      <a:pPr lvl="0">
                        <a:buNone/>
                      </a:pPr>
                      <a:r>
                        <a:rPr lang="en-US" sz="1800" b="0" i="0" u="none" strike="noStrike" noProof="0">
                          <a:latin typeface="Corbel"/>
                        </a:rPr>
                        <a:t>3.78</a:t>
                      </a:r>
                      <a:endParaRPr lang="en-US"/>
                    </a:p>
                  </a:txBody>
                  <a:tcPr/>
                </a:tc>
                <a:tc>
                  <a:txBody>
                    <a:bodyPr/>
                    <a:lstStyle/>
                    <a:p>
                      <a:pPr lvl="0">
                        <a:buNone/>
                      </a:pPr>
                      <a:r>
                        <a:rPr lang="en-US" sz="1800" b="0" i="0" u="none" strike="noStrike" noProof="0">
                          <a:latin typeface="Corbel"/>
                        </a:rPr>
                        <a:t>3.80</a:t>
                      </a:r>
                      <a:endParaRPr lang="en-US"/>
                    </a:p>
                  </a:txBody>
                  <a:tcPr/>
                </a:tc>
                <a:extLst>
                  <a:ext uri="{0D108BD9-81ED-4DB2-BD59-A6C34878D82A}">
                    <a16:rowId xmlns:a16="http://schemas.microsoft.com/office/drawing/2014/main" val="488095893"/>
                  </a:ext>
                </a:extLst>
              </a:tr>
              <a:tr h="411335">
                <a:tc>
                  <a:txBody>
                    <a:bodyPr/>
                    <a:lstStyle/>
                    <a:p>
                      <a:pPr lvl="0">
                        <a:buNone/>
                      </a:pPr>
                      <a:r>
                        <a:rPr lang="en-US" sz="1800" b="0" i="0" u="none" strike="noStrike" noProof="0">
                          <a:latin typeface="Corbel"/>
                        </a:rPr>
                        <a:t>July</a:t>
                      </a:r>
                      <a:endParaRPr lang="en-US"/>
                    </a:p>
                  </a:txBody>
                  <a:tcPr/>
                </a:tc>
                <a:tc>
                  <a:txBody>
                    <a:bodyPr/>
                    <a:lstStyle/>
                    <a:p>
                      <a:pPr lvl="0">
                        <a:buNone/>
                      </a:pPr>
                      <a:r>
                        <a:rPr lang="en-US" sz="1800" b="0" i="0" u="none" strike="noStrike" noProof="0">
                          <a:latin typeface="Corbel"/>
                        </a:rPr>
                        <a:t>3.81</a:t>
                      </a:r>
                      <a:endParaRPr lang="en-US"/>
                    </a:p>
                  </a:txBody>
                  <a:tcPr/>
                </a:tc>
                <a:tc>
                  <a:txBody>
                    <a:bodyPr/>
                    <a:lstStyle/>
                    <a:p>
                      <a:pPr lvl="0">
                        <a:buNone/>
                      </a:pPr>
                      <a:r>
                        <a:rPr lang="en-US" sz="1800" b="0" i="0" u="none" strike="noStrike" noProof="0">
                          <a:latin typeface="Corbel"/>
                        </a:rPr>
                        <a:t>3.82</a:t>
                      </a:r>
                      <a:endParaRPr lang="en-US"/>
                    </a:p>
                  </a:txBody>
                  <a:tcPr/>
                </a:tc>
                <a:extLst>
                  <a:ext uri="{0D108BD9-81ED-4DB2-BD59-A6C34878D82A}">
                    <a16:rowId xmlns:a16="http://schemas.microsoft.com/office/drawing/2014/main" val="1684697884"/>
                  </a:ext>
                </a:extLst>
              </a:tr>
              <a:tr h="411335">
                <a:tc>
                  <a:txBody>
                    <a:bodyPr/>
                    <a:lstStyle/>
                    <a:p>
                      <a:pPr lvl="0">
                        <a:buNone/>
                      </a:pPr>
                      <a:r>
                        <a:rPr lang="en-US" sz="1800" b="0" i="0" u="none" strike="noStrike" noProof="0">
                          <a:latin typeface="Corbel"/>
                        </a:rPr>
                        <a:t>August</a:t>
                      </a:r>
                      <a:endParaRPr lang="en-US"/>
                    </a:p>
                  </a:txBody>
                  <a:tcPr/>
                </a:tc>
                <a:tc>
                  <a:txBody>
                    <a:bodyPr/>
                    <a:lstStyle/>
                    <a:p>
                      <a:pPr lvl="0">
                        <a:buNone/>
                      </a:pPr>
                      <a:r>
                        <a:rPr lang="en-US" sz="1800" b="0" i="0" u="none" strike="noStrike" noProof="0">
                          <a:latin typeface="Corbel"/>
                        </a:rPr>
                        <a:t>3.83</a:t>
                      </a:r>
                      <a:endParaRPr lang="en-US"/>
                    </a:p>
                  </a:txBody>
                  <a:tcPr/>
                </a:tc>
                <a:tc>
                  <a:txBody>
                    <a:bodyPr/>
                    <a:lstStyle/>
                    <a:p>
                      <a:pPr lvl="0">
                        <a:buNone/>
                      </a:pPr>
                      <a:r>
                        <a:rPr lang="en-US" sz="1800" b="0" i="0" u="none" strike="noStrike" noProof="0">
                          <a:latin typeface="Corbel"/>
                        </a:rPr>
                        <a:t>3.82</a:t>
                      </a:r>
                      <a:endParaRPr lang="en-US"/>
                    </a:p>
                  </a:txBody>
                  <a:tcPr/>
                </a:tc>
                <a:extLst>
                  <a:ext uri="{0D108BD9-81ED-4DB2-BD59-A6C34878D82A}">
                    <a16:rowId xmlns:a16="http://schemas.microsoft.com/office/drawing/2014/main" val="2575652905"/>
                  </a:ext>
                </a:extLst>
              </a:tr>
              <a:tr h="411335">
                <a:tc>
                  <a:txBody>
                    <a:bodyPr/>
                    <a:lstStyle/>
                    <a:p>
                      <a:pPr lvl="0">
                        <a:buNone/>
                      </a:pPr>
                      <a:r>
                        <a:rPr lang="en-US" sz="1800" b="0" i="0" u="none" strike="noStrike" noProof="0">
                          <a:latin typeface="Corbel"/>
                        </a:rPr>
                        <a:t>September</a:t>
                      </a:r>
                      <a:endParaRPr lang="en-US"/>
                    </a:p>
                  </a:txBody>
                  <a:tcPr/>
                </a:tc>
                <a:tc>
                  <a:txBody>
                    <a:bodyPr/>
                    <a:lstStyle/>
                    <a:p>
                      <a:pPr lvl="0">
                        <a:buNone/>
                      </a:pPr>
                      <a:r>
                        <a:rPr lang="en-US" sz="1800" b="0" i="0" u="none" strike="noStrike" noProof="0">
                          <a:latin typeface="Corbel"/>
                        </a:rPr>
                        <a:t>4.23</a:t>
                      </a:r>
                      <a:endParaRPr lang="en-US"/>
                    </a:p>
                  </a:txBody>
                  <a:tcPr/>
                </a:tc>
                <a:tc>
                  <a:txBody>
                    <a:bodyPr/>
                    <a:lstStyle/>
                    <a:p>
                      <a:pPr lvl="0">
                        <a:buNone/>
                      </a:pPr>
                      <a:r>
                        <a:rPr lang="en-US" sz="1800" b="0" i="0" u="none" strike="noStrike" noProof="0">
                          <a:latin typeface="Corbel"/>
                        </a:rPr>
                        <a:t>4.23</a:t>
                      </a:r>
                      <a:endParaRPr lang="en-US"/>
                    </a:p>
                  </a:txBody>
                  <a:tcPr/>
                </a:tc>
                <a:extLst>
                  <a:ext uri="{0D108BD9-81ED-4DB2-BD59-A6C34878D82A}">
                    <a16:rowId xmlns:a16="http://schemas.microsoft.com/office/drawing/2014/main" val="2318268448"/>
                  </a:ext>
                </a:extLst>
              </a:tr>
              <a:tr h="411335">
                <a:tc>
                  <a:txBody>
                    <a:bodyPr/>
                    <a:lstStyle/>
                    <a:p>
                      <a:pPr lvl="0">
                        <a:buNone/>
                      </a:pPr>
                      <a:r>
                        <a:rPr lang="en-US" sz="1800" b="0" i="0" u="none" strike="noStrike" noProof="0">
                          <a:latin typeface="Corbel"/>
                        </a:rPr>
                        <a:t>October</a:t>
                      </a:r>
                      <a:endParaRPr lang="en-US"/>
                    </a:p>
                  </a:txBody>
                  <a:tcPr/>
                </a:tc>
                <a:tc>
                  <a:txBody>
                    <a:bodyPr/>
                    <a:lstStyle/>
                    <a:p>
                      <a:pPr lvl="0">
                        <a:buNone/>
                      </a:pPr>
                      <a:r>
                        <a:rPr lang="en-US" sz="1800" b="0" i="0" u="none" strike="noStrike" noProof="0">
                          <a:latin typeface="Corbel"/>
                        </a:rPr>
                        <a:t>4.19</a:t>
                      </a:r>
                      <a:endParaRPr lang="en-US"/>
                    </a:p>
                  </a:txBody>
                  <a:tcPr/>
                </a:tc>
                <a:tc>
                  <a:txBody>
                    <a:bodyPr/>
                    <a:lstStyle/>
                    <a:p>
                      <a:pPr lvl="0">
                        <a:buNone/>
                      </a:pPr>
                      <a:r>
                        <a:rPr lang="en-US" sz="1800" b="0" i="0" u="none" strike="noStrike" noProof="0">
                          <a:latin typeface="Corbel"/>
                        </a:rPr>
                        <a:t>4.19</a:t>
                      </a:r>
                      <a:endParaRPr lang="en-US"/>
                    </a:p>
                  </a:txBody>
                  <a:tcPr/>
                </a:tc>
                <a:extLst>
                  <a:ext uri="{0D108BD9-81ED-4DB2-BD59-A6C34878D82A}">
                    <a16:rowId xmlns:a16="http://schemas.microsoft.com/office/drawing/2014/main" val="912830748"/>
                  </a:ext>
                </a:extLst>
              </a:tr>
              <a:tr h="411335">
                <a:tc>
                  <a:txBody>
                    <a:bodyPr/>
                    <a:lstStyle/>
                    <a:p>
                      <a:pPr lvl="0">
                        <a:buNone/>
                      </a:pPr>
                      <a:r>
                        <a:rPr lang="en-US" sz="1800" b="0" i="0" u="none" strike="noStrike" noProof="0">
                          <a:latin typeface="Corbel"/>
                        </a:rPr>
                        <a:t>November</a:t>
                      </a:r>
                      <a:endParaRPr lang="en-US"/>
                    </a:p>
                  </a:txBody>
                  <a:tcPr/>
                </a:tc>
                <a:tc>
                  <a:txBody>
                    <a:bodyPr/>
                    <a:lstStyle/>
                    <a:p>
                      <a:pPr lvl="0">
                        <a:buNone/>
                      </a:pPr>
                      <a:r>
                        <a:rPr lang="en-US" sz="1800" b="0" i="0" u="none" strike="noStrike" noProof="0">
                          <a:latin typeface="Corbel"/>
                        </a:rPr>
                        <a:t>4.14</a:t>
                      </a:r>
                      <a:endParaRPr lang="en-US"/>
                    </a:p>
                  </a:txBody>
                  <a:tcPr/>
                </a:tc>
                <a:tc>
                  <a:txBody>
                    <a:bodyPr/>
                    <a:lstStyle/>
                    <a:p>
                      <a:pPr lvl="0">
                        <a:buNone/>
                      </a:pPr>
                      <a:r>
                        <a:rPr lang="en-US" sz="1800" b="0" i="0" u="none" strike="noStrike" noProof="0">
                          <a:latin typeface="Corbel"/>
                        </a:rPr>
                        <a:t>4.14</a:t>
                      </a:r>
                      <a:endParaRPr lang="en-US"/>
                    </a:p>
                  </a:txBody>
                  <a:tcPr/>
                </a:tc>
                <a:extLst>
                  <a:ext uri="{0D108BD9-81ED-4DB2-BD59-A6C34878D82A}">
                    <a16:rowId xmlns:a16="http://schemas.microsoft.com/office/drawing/2014/main" val="4260535367"/>
                  </a:ext>
                </a:extLst>
              </a:tr>
              <a:tr h="411335">
                <a:tc>
                  <a:txBody>
                    <a:bodyPr/>
                    <a:lstStyle/>
                    <a:p>
                      <a:pPr lvl="0">
                        <a:buNone/>
                      </a:pPr>
                      <a:r>
                        <a:rPr lang="en-US" sz="1800" b="0" i="0" u="none" strike="noStrike" noProof="0"/>
                        <a:t>December</a:t>
                      </a:r>
                      <a:endParaRPr lang="en-US"/>
                    </a:p>
                  </a:txBody>
                  <a:tcPr/>
                </a:tc>
                <a:tc>
                  <a:txBody>
                    <a:bodyPr/>
                    <a:lstStyle/>
                    <a:p>
                      <a:pPr lvl="0">
                        <a:buNone/>
                      </a:pPr>
                      <a:r>
                        <a:rPr lang="en-US" sz="1800" b="0" i="0" u="none" strike="noStrike" noProof="0">
                          <a:latin typeface="Corbel"/>
                        </a:rPr>
                        <a:t>3.75</a:t>
                      </a:r>
                      <a:endParaRPr lang="en-US"/>
                    </a:p>
                  </a:txBody>
                  <a:tcPr/>
                </a:tc>
                <a:tc>
                  <a:txBody>
                    <a:bodyPr/>
                    <a:lstStyle/>
                    <a:p>
                      <a:pPr lvl="0">
                        <a:buNone/>
                      </a:pPr>
                      <a:r>
                        <a:rPr lang="en-US" sz="1800" b="0" i="0" u="none" strike="noStrike" noProof="0">
                          <a:latin typeface="Corbel"/>
                        </a:rPr>
                        <a:t>3.78</a:t>
                      </a:r>
                      <a:endParaRPr lang="en-US"/>
                    </a:p>
                  </a:txBody>
                  <a:tcPr/>
                </a:tc>
                <a:extLst>
                  <a:ext uri="{0D108BD9-81ED-4DB2-BD59-A6C34878D82A}">
                    <a16:rowId xmlns:a16="http://schemas.microsoft.com/office/drawing/2014/main" val="3328115934"/>
                  </a:ext>
                </a:extLst>
              </a:tr>
            </a:tbl>
          </a:graphicData>
        </a:graphic>
      </p:graphicFrame>
    </p:spTree>
    <p:extLst>
      <p:ext uri="{BB962C8B-B14F-4D97-AF65-F5344CB8AC3E}">
        <p14:creationId xmlns:p14="http://schemas.microsoft.com/office/powerpoint/2010/main" val="41517415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2C508-5EC9-7EA0-7E8B-7E219548C870}"/>
              </a:ext>
            </a:extLst>
          </p:cNvPr>
          <p:cNvSpPr>
            <a:spLocks noGrp="1"/>
          </p:cNvSpPr>
          <p:nvPr>
            <p:ph type="title"/>
          </p:nvPr>
        </p:nvSpPr>
        <p:spPr/>
        <p:txBody>
          <a:bodyPr/>
          <a:lstStyle/>
          <a:p>
            <a:r>
              <a:rPr lang="en-US"/>
              <a:t>Paid Games vs Release Month</a:t>
            </a:r>
          </a:p>
        </p:txBody>
      </p:sp>
      <p:graphicFrame>
        <p:nvGraphicFramePr>
          <p:cNvPr id="5" name="Content Placeholder 4">
            <a:extLst>
              <a:ext uri="{FF2B5EF4-FFF2-40B4-BE49-F238E27FC236}">
                <a16:creationId xmlns:a16="http://schemas.microsoft.com/office/drawing/2014/main" id="{EC17C706-1A0C-8605-B8A8-5086F1A9A5FD}"/>
              </a:ext>
            </a:extLst>
          </p:cNvPr>
          <p:cNvGraphicFramePr>
            <a:graphicFrameLocks noGrp="1"/>
          </p:cNvGraphicFramePr>
          <p:nvPr>
            <p:ph idx="1"/>
            <p:extLst>
              <p:ext uri="{D42A27DB-BD31-4B8C-83A1-F6EECF244321}">
                <p14:modId xmlns:p14="http://schemas.microsoft.com/office/powerpoint/2010/main" val="1696950063"/>
              </p:ext>
            </p:extLst>
          </p:nvPr>
        </p:nvGraphicFramePr>
        <p:xfrm>
          <a:off x="3484306" y="718983"/>
          <a:ext cx="8226891" cy="5354089"/>
        </p:xfrm>
        <a:graphic>
          <a:graphicData uri="http://schemas.openxmlformats.org/drawingml/2006/table">
            <a:tbl>
              <a:tblPr firstRow="1" bandRow="1">
                <a:tableStyleId>{5C22544A-7EE6-4342-B048-85BDC9FD1C3A}</a:tableStyleId>
              </a:tblPr>
              <a:tblGrid>
                <a:gridCol w="2742297">
                  <a:extLst>
                    <a:ext uri="{9D8B030D-6E8A-4147-A177-3AD203B41FA5}">
                      <a16:colId xmlns:a16="http://schemas.microsoft.com/office/drawing/2014/main" val="3398197647"/>
                    </a:ext>
                  </a:extLst>
                </a:gridCol>
                <a:gridCol w="2742297">
                  <a:extLst>
                    <a:ext uri="{9D8B030D-6E8A-4147-A177-3AD203B41FA5}">
                      <a16:colId xmlns:a16="http://schemas.microsoft.com/office/drawing/2014/main" val="2092395474"/>
                    </a:ext>
                  </a:extLst>
                </a:gridCol>
                <a:gridCol w="2742297">
                  <a:extLst>
                    <a:ext uri="{9D8B030D-6E8A-4147-A177-3AD203B41FA5}">
                      <a16:colId xmlns:a16="http://schemas.microsoft.com/office/drawing/2014/main" val="4126598359"/>
                    </a:ext>
                  </a:extLst>
                </a:gridCol>
              </a:tblGrid>
              <a:tr h="411853">
                <a:tc>
                  <a:txBody>
                    <a:bodyPr/>
                    <a:lstStyle/>
                    <a:p>
                      <a:pPr lvl="0">
                        <a:buNone/>
                      </a:pPr>
                      <a:r>
                        <a:rPr lang="en-US" sz="1800" b="0" i="0" u="none" strike="noStrike" noProof="0" err="1">
                          <a:latin typeface="Corbel"/>
                        </a:rPr>
                        <a:t>release_month_name</a:t>
                      </a:r>
                      <a:endParaRPr lang="en-US" err="1"/>
                    </a:p>
                  </a:txBody>
                  <a:tcPr/>
                </a:tc>
                <a:tc>
                  <a:txBody>
                    <a:bodyPr/>
                    <a:lstStyle/>
                    <a:p>
                      <a:pPr lvl="0">
                        <a:buNone/>
                      </a:pPr>
                      <a:r>
                        <a:rPr lang="en-US" sz="1800" b="0" i="0" u="none" strike="noStrike" noProof="0" err="1">
                          <a:latin typeface="Corbel"/>
                        </a:rPr>
                        <a:t>predicted_paid_games</a:t>
                      </a:r>
                    </a:p>
                  </a:txBody>
                  <a:tcPr/>
                </a:tc>
                <a:tc>
                  <a:txBody>
                    <a:bodyPr/>
                    <a:lstStyle/>
                    <a:p>
                      <a:pPr lvl="0">
                        <a:buNone/>
                      </a:pPr>
                      <a:r>
                        <a:rPr lang="en-US" sz="1800" b="0" i="0" u="none" strike="noStrike" noProof="0" err="1">
                          <a:latin typeface="Corbel"/>
                        </a:rPr>
                        <a:t>actual_paid_games</a:t>
                      </a:r>
                      <a:endParaRPr lang="en-US" err="1"/>
                    </a:p>
                  </a:txBody>
                  <a:tcPr/>
                </a:tc>
                <a:extLst>
                  <a:ext uri="{0D108BD9-81ED-4DB2-BD59-A6C34878D82A}">
                    <a16:rowId xmlns:a16="http://schemas.microsoft.com/office/drawing/2014/main" val="993081048"/>
                  </a:ext>
                </a:extLst>
              </a:tr>
              <a:tr h="411853">
                <a:tc>
                  <a:txBody>
                    <a:bodyPr/>
                    <a:lstStyle/>
                    <a:p>
                      <a:pPr lvl="0">
                        <a:buNone/>
                      </a:pPr>
                      <a:r>
                        <a:rPr lang="en-US" sz="1800" b="0" i="0" u="none" strike="noStrike" noProof="0">
                          <a:latin typeface="Corbel"/>
                        </a:rPr>
                        <a:t>January</a:t>
                      </a:r>
                      <a:endParaRPr lang="en-US"/>
                    </a:p>
                  </a:txBody>
                  <a:tcPr/>
                </a:tc>
                <a:tc>
                  <a:txBody>
                    <a:bodyPr/>
                    <a:lstStyle/>
                    <a:p>
                      <a:pPr lvl="0">
                        <a:buNone/>
                      </a:pPr>
                      <a:r>
                        <a:rPr lang="en-US" sz="1800" b="0" i="0" u="none" strike="noStrike" noProof="0">
                          <a:latin typeface="Corbel"/>
                        </a:rPr>
                        <a:t>4.98</a:t>
                      </a:r>
                      <a:endParaRPr lang="en-US"/>
                    </a:p>
                  </a:txBody>
                  <a:tcPr/>
                </a:tc>
                <a:tc>
                  <a:txBody>
                    <a:bodyPr/>
                    <a:lstStyle/>
                    <a:p>
                      <a:pPr lvl="0">
                        <a:buNone/>
                      </a:pPr>
                      <a:r>
                        <a:rPr lang="en-US" sz="1800" b="0" i="0" u="none" strike="noStrike" noProof="0">
                          <a:latin typeface="Corbel"/>
                        </a:rPr>
                        <a:t>5.01</a:t>
                      </a:r>
                      <a:endParaRPr lang="en-US"/>
                    </a:p>
                  </a:txBody>
                  <a:tcPr/>
                </a:tc>
                <a:extLst>
                  <a:ext uri="{0D108BD9-81ED-4DB2-BD59-A6C34878D82A}">
                    <a16:rowId xmlns:a16="http://schemas.microsoft.com/office/drawing/2014/main" val="605678065"/>
                  </a:ext>
                </a:extLst>
              </a:tr>
              <a:tr h="411853">
                <a:tc>
                  <a:txBody>
                    <a:bodyPr/>
                    <a:lstStyle/>
                    <a:p>
                      <a:pPr lvl="0">
                        <a:buNone/>
                      </a:pPr>
                      <a:r>
                        <a:rPr lang="en-US" sz="1800" b="0" i="0" u="none" strike="noStrike" noProof="0">
                          <a:latin typeface="Corbel"/>
                        </a:rPr>
                        <a:t>February</a:t>
                      </a:r>
                      <a:endParaRPr lang="en-US"/>
                    </a:p>
                  </a:txBody>
                  <a:tcPr/>
                </a:tc>
                <a:tc>
                  <a:txBody>
                    <a:bodyPr/>
                    <a:lstStyle/>
                    <a:p>
                      <a:pPr lvl="0">
                        <a:buNone/>
                      </a:pPr>
                      <a:r>
                        <a:rPr lang="en-US" sz="1800" b="0" i="0" u="none" strike="noStrike" noProof="0">
                          <a:latin typeface="Corbel"/>
                        </a:rPr>
                        <a:t>5.24</a:t>
                      </a:r>
                      <a:endParaRPr lang="en-US"/>
                    </a:p>
                  </a:txBody>
                  <a:tcPr/>
                </a:tc>
                <a:tc>
                  <a:txBody>
                    <a:bodyPr/>
                    <a:lstStyle/>
                    <a:p>
                      <a:pPr lvl="0">
                        <a:buNone/>
                      </a:pPr>
                      <a:r>
                        <a:rPr lang="en-US" sz="1800" b="0" i="0" u="none" strike="noStrike" noProof="0">
                          <a:latin typeface="Corbel"/>
                        </a:rPr>
                        <a:t>5.23</a:t>
                      </a:r>
                      <a:endParaRPr lang="en-US"/>
                    </a:p>
                  </a:txBody>
                  <a:tcPr/>
                </a:tc>
                <a:extLst>
                  <a:ext uri="{0D108BD9-81ED-4DB2-BD59-A6C34878D82A}">
                    <a16:rowId xmlns:a16="http://schemas.microsoft.com/office/drawing/2014/main" val="2181350958"/>
                  </a:ext>
                </a:extLst>
              </a:tr>
              <a:tr h="411853">
                <a:tc>
                  <a:txBody>
                    <a:bodyPr/>
                    <a:lstStyle/>
                    <a:p>
                      <a:pPr lvl="0">
                        <a:buNone/>
                      </a:pPr>
                      <a:r>
                        <a:rPr lang="en-US" sz="1800" b="0" i="0" u="none" strike="noStrike" noProof="0">
                          <a:latin typeface="Corbel"/>
                        </a:rPr>
                        <a:t>March</a:t>
                      </a:r>
                      <a:endParaRPr lang="en-US"/>
                    </a:p>
                  </a:txBody>
                  <a:tcPr/>
                </a:tc>
                <a:tc>
                  <a:txBody>
                    <a:bodyPr/>
                    <a:lstStyle/>
                    <a:p>
                      <a:pPr lvl="0">
                        <a:buNone/>
                      </a:pPr>
                      <a:r>
                        <a:rPr lang="en-US" sz="1800" b="0" i="0" u="none" strike="noStrike" noProof="0">
                          <a:latin typeface="Corbel"/>
                        </a:rPr>
                        <a:t>5.24</a:t>
                      </a:r>
                      <a:endParaRPr lang="en-US"/>
                    </a:p>
                  </a:txBody>
                  <a:tcPr/>
                </a:tc>
                <a:tc>
                  <a:txBody>
                    <a:bodyPr/>
                    <a:lstStyle/>
                    <a:p>
                      <a:pPr lvl="0">
                        <a:buNone/>
                      </a:pPr>
                      <a:r>
                        <a:rPr lang="en-US" sz="1800" b="0" i="0" u="none" strike="noStrike" noProof="0">
                          <a:latin typeface="Corbel"/>
                        </a:rPr>
                        <a:t>5.23</a:t>
                      </a:r>
                      <a:endParaRPr lang="en-US"/>
                    </a:p>
                  </a:txBody>
                  <a:tcPr/>
                </a:tc>
                <a:extLst>
                  <a:ext uri="{0D108BD9-81ED-4DB2-BD59-A6C34878D82A}">
                    <a16:rowId xmlns:a16="http://schemas.microsoft.com/office/drawing/2014/main" val="1865529030"/>
                  </a:ext>
                </a:extLst>
              </a:tr>
              <a:tr h="411853">
                <a:tc>
                  <a:txBody>
                    <a:bodyPr/>
                    <a:lstStyle/>
                    <a:p>
                      <a:pPr lvl="0">
                        <a:buNone/>
                      </a:pPr>
                      <a:r>
                        <a:rPr lang="en-US" sz="1800" b="0" i="0" u="none" strike="noStrike" noProof="0">
                          <a:latin typeface="Corbel"/>
                        </a:rPr>
                        <a:t>April</a:t>
                      </a:r>
                      <a:endParaRPr lang="en-US"/>
                    </a:p>
                  </a:txBody>
                  <a:tcPr/>
                </a:tc>
                <a:tc>
                  <a:txBody>
                    <a:bodyPr/>
                    <a:lstStyle/>
                    <a:p>
                      <a:pPr lvl="0">
                        <a:buNone/>
                      </a:pPr>
                      <a:r>
                        <a:rPr lang="en-US" sz="1800" b="0" i="0" u="none" strike="noStrike" noProof="0">
                          <a:latin typeface="Corbel"/>
                        </a:rPr>
                        <a:t>5.18</a:t>
                      </a:r>
                      <a:endParaRPr lang="en-US"/>
                    </a:p>
                  </a:txBody>
                  <a:tcPr/>
                </a:tc>
                <a:tc>
                  <a:txBody>
                    <a:bodyPr/>
                    <a:lstStyle/>
                    <a:p>
                      <a:pPr lvl="0">
                        <a:buNone/>
                      </a:pPr>
                      <a:r>
                        <a:rPr lang="en-US" sz="1800" b="0" i="0" u="none" strike="noStrike" noProof="0">
                          <a:latin typeface="Corbel"/>
                        </a:rPr>
                        <a:t>5.24</a:t>
                      </a:r>
                      <a:endParaRPr lang="en-US"/>
                    </a:p>
                  </a:txBody>
                  <a:tcPr/>
                </a:tc>
                <a:extLst>
                  <a:ext uri="{0D108BD9-81ED-4DB2-BD59-A6C34878D82A}">
                    <a16:rowId xmlns:a16="http://schemas.microsoft.com/office/drawing/2014/main" val="1236618682"/>
                  </a:ext>
                </a:extLst>
              </a:tr>
              <a:tr h="411853">
                <a:tc>
                  <a:txBody>
                    <a:bodyPr/>
                    <a:lstStyle/>
                    <a:p>
                      <a:pPr lvl="0">
                        <a:buNone/>
                      </a:pPr>
                      <a:r>
                        <a:rPr lang="en-US" sz="1800" b="0" i="0" u="none" strike="noStrike" noProof="0">
                          <a:latin typeface="Corbel"/>
                        </a:rPr>
                        <a:t>May</a:t>
                      </a:r>
                      <a:endParaRPr lang="en-US"/>
                    </a:p>
                  </a:txBody>
                  <a:tcPr/>
                </a:tc>
                <a:tc>
                  <a:txBody>
                    <a:bodyPr/>
                    <a:lstStyle/>
                    <a:p>
                      <a:pPr lvl="0">
                        <a:buNone/>
                      </a:pPr>
                      <a:r>
                        <a:rPr lang="en-US" sz="1800" b="0" i="0" u="none" strike="noStrike" noProof="0">
                          <a:latin typeface="Corbel"/>
                        </a:rPr>
                        <a:t>5.34</a:t>
                      </a:r>
                      <a:endParaRPr lang="en-US"/>
                    </a:p>
                  </a:txBody>
                  <a:tcPr/>
                </a:tc>
                <a:tc>
                  <a:txBody>
                    <a:bodyPr/>
                    <a:lstStyle/>
                    <a:p>
                      <a:pPr lvl="0">
                        <a:buNone/>
                      </a:pPr>
                      <a:r>
                        <a:rPr lang="en-US" sz="1800" b="0" i="0" u="none" strike="noStrike" noProof="0">
                          <a:latin typeface="Corbel"/>
                        </a:rPr>
                        <a:t>5.40</a:t>
                      </a:r>
                      <a:endParaRPr lang="en-US"/>
                    </a:p>
                  </a:txBody>
                  <a:tcPr/>
                </a:tc>
                <a:extLst>
                  <a:ext uri="{0D108BD9-81ED-4DB2-BD59-A6C34878D82A}">
                    <a16:rowId xmlns:a16="http://schemas.microsoft.com/office/drawing/2014/main" val="2505073489"/>
                  </a:ext>
                </a:extLst>
              </a:tr>
              <a:tr h="411853">
                <a:tc>
                  <a:txBody>
                    <a:bodyPr/>
                    <a:lstStyle/>
                    <a:p>
                      <a:pPr lvl="0">
                        <a:buNone/>
                      </a:pPr>
                      <a:r>
                        <a:rPr lang="en-US" sz="1800" b="0" i="0" u="none" strike="noStrike" noProof="0">
                          <a:latin typeface="Corbel"/>
                        </a:rPr>
                        <a:t>June</a:t>
                      </a:r>
                      <a:endParaRPr lang="en-US"/>
                    </a:p>
                  </a:txBody>
                  <a:tcPr/>
                </a:tc>
                <a:tc>
                  <a:txBody>
                    <a:bodyPr/>
                    <a:lstStyle/>
                    <a:p>
                      <a:pPr lvl="0">
                        <a:buNone/>
                      </a:pPr>
                      <a:r>
                        <a:rPr lang="en-US" sz="1800" b="0" i="0" u="none" strike="noStrike" noProof="0">
                          <a:latin typeface="Corbel"/>
                        </a:rPr>
                        <a:t>5.34</a:t>
                      </a:r>
                      <a:endParaRPr lang="en-US"/>
                    </a:p>
                  </a:txBody>
                  <a:tcPr/>
                </a:tc>
                <a:tc>
                  <a:txBody>
                    <a:bodyPr/>
                    <a:lstStyle/>
                    <a:p>
                      <a:pPr lvl="0">
                        <a:buNone/>
                      </a:pPr>
                      <a:r>
                        <a:rPr lang="en-US" sz="1800" b="0" i="0" u="none" strike="noStrike" noProof="0">
                          <a:latin typeface="Corbel"/>
                        </a:rPr>
                        <a:t>5.36</a:t>
                      </a:r>
                      <a:endParaRPr lang="en-US"/>
                    </a:p>
                  </a:txBody>
                  <a:tcPr/>
                </a:tc>
                <a:extLst>
                  <a:ext uri="{0D108BD9-81ED-4DB2-BD59-A6C34878D82A}">
                    <a16:rowId xmlns:a16="http://schemas.microsoft.com/office/drawing/2014/main" val="11969810"/>
                  </a:ext>
                </a:extLst>
              </a:tr>
              <a:tr h="411853">
                <a:tc>
                  <a:txBody>
                    <a:bodyPr/>
                    <a:lstStyle/>
                    <a:p>
                      <a:pPr lvl="0">
                        <a:buNone/>
                      </a:pPr>
                      <a:r>
                        <a:rPr lang="en-US" sz="1800" b="0" i="0" u="none" strike="noStrike" noProof="0">
                          <a:latin typeface="Corbel"/>
                        </a:rPr>
                        <a:t>July</a:t>
                      </a:r>
                      <a:endParaRPr lang="en-US"/>
                    </a:p>
                  </a:txBody>
                  <a:tcPr/>
                </a:tc>
                <a:tc>
                  <a:txBody>
                    <a:bodyPr/>
                    <a:lstStyle/>
                    <a:p>
                      <a:pPr lvl="0">
                        <a:buNone/>
                      </a:pPr>
                      <a:r>
                        <a:rPr lang="en-US" sz="1800" b="0" i="0" u="none" strike="noStrike" noProof="0">
                          <a:latin typeface="Corbel"/>
                        </a:rPr>
                        <a:t>5.41</a:t>
                      </a:r>
                      <a:endParaRPr lang="en-US"/>
                    </a:p>
                  </a:txBody>
                  <a:tcPr/>
                </a:tc>
                <a:tc>
                  <a:txBody>
                    <a:bodyPr/>
                    <a:lstStyle/>
                    <a:p>
                      <a:pPr lvl="0">
                        <a:buNone/>
                      </a:pPr>
                      <a:r>
                        <a:rPr lang="en-US" sz="1800" b="0" i="0" u="none" strike="noStrike" noProof="0">
                          <a:latin typeface="Corbel"/>
                        </a:rPr>
                        <a:t>5.37</a:t>
                      </a:r>
                      <a:endParaRPr lang="en-US"/>
                    </a:p>
                  </a:txBody>
                  <a:tcPr/>
                </a:tc>
                <a:extLst>
                  <a:ext uri="{0D108BD9-81ED-4DB2-BD59-A6C34878D82A}">
                    <a16:rowId xmlns:a16="http://schemas.microsoft.com/office/drawing/2014/main" val="1658518086"/>
                  </a:ext>
                </a:extLst>
              </a:tr>
              <a:tr h="411853">
                <a:tc>
                  <a:txBody>
                    <a:bodyPr/>
                    <a:lstStyle/>
                    <a:p>
                      <a:pPr lvl="0">
                        <a:buNone/>
                      </a:pPr>
                      <a:r>
                        <a:rPr lang="en-US" sz="1800" b="0" i="0" u="none" strike="noStrike" noProof="0">
                          <a:latin typeface="Corbel"/>
                        </a:rPr>
                        <a:t>August</a:t>
                      </a:r>
                      <a:endParaRPr lang="en-US"/>
                    </a:p>
                  </a:txBody>
                  <a:tcPr/>
                </a:tc>
                <a:tc>
                  <a:txBody>
                    <a:bodyPr/>
                    <a:lstStyle/>
                    <a:p>
                      <a:pPr lvl="0">
                        <a:buNone/>
                      </a:pPr>
                      <a:r>
                        <a:rPr lang="en-US" sz="1800" b="0" i="0" u="none" strike="noStrike" noProof="0">
                          <a:latin typeface="Corbel"/>
                        </a:rPr>
                        <a:t>5.42</a:t>
                      </a:r>
                      <a:endParaRPr lang="en-US"/>
                    </a:p>
                  </a:txBody>
                  <a:tcPr/>
                </a:tc>
                <a:tc>
                  <a:txBody>
                    <a:bodyPr/>
                    <a:lstStyle/>
                    <a:p>
                      <a:pPr lvl="0">
                        <a:buNone/>
                      </a:pPr>
                      <a:r>
                        <a:rPr lang="en-US" sz="1800" b="0" i="0" u="none" strike="noStrike" noProof="0">
                          <a:latin typeface="Corbel"/>
                        </a:rPr>
                        <a:t>5.39</a:t>
                      </a:r>
                      <a:endParaRPr lang="en-US"/>
                    </a:p>
                  </a:txBody>
                  <a:tcPr/>
                </a:tc>
                <a:extLst>
                  <a:ext uri="{0D108BD9-81ED-4DB2-BD59-A6C34878D82A}">
                    <a16:rowId xmlns:a16="http://schemas.microsoft.com/office/drawing/2014/main" val="745624482"/>
                  </a:ext>
                </a:extLst>
              </a:tr>
              <a:tr h="411853">
                <a:tc>
                  <a:txBody>
                    <a:bodyPr/>
                    <a:lstStyle/>
                    <a:p>
                      <a:pPr lvl="0">
                        <a:buNone/>
                      </a:pPr>
                      <a:r>
                        <a:rPr lang="en-US" sz="1800" b="0" i="0" u="none" strike="noStrike" noProof="0">
                          <a:latin typeface="Corbel"/>
                        </a:rPr>
                        <a:t>September</a:t>
                      </a:r>
                      <a:endParaRPr lang="en-US"/>
                    </a:p>
                  </a:txBody>
                  <a:tcPr/>
                </a:tc>
                <a:tc>
                  <a:txBody>
                    <a:bodyPr/>
                    <a:lstStyle/>
                    <a:p>
                      <a:pPr lvl="0">
                        <a:buNone/>
                      </a:pPr>
                      <a:r>
                        <a:rPr lang="en-US" sz="1800" b="0" i="0" u="none" strike="noStrike" noProof="0">
                          <a:latin typeface="Corbel"/>
                        </a:rPr>
                        <a:t>5.63</a:t>
                      </a:r>
                      <a:endParaRPr lang="en-US"/>
                    </a:p>
                  </a:txBody>
                  <a:tcPr/>
                </a:tc>
                <a:tc>
                  <a:txBody>
                    <a:bodyPr/>
                    <a:lstStyle/>
                    <a:p>
                      <a:pPr lvl="0">
                        <a:buNone/>
                      </a:pPr>
                      <a:r>
                        <a:rPr lang="en-US" sz="1800" b="0" i="0" u="none" strike="noStrike" noProof="0">
                          <a:latin typeface="Corbel"/>
                        </a:rPr>
                        <a:t>5.68</a:t>
                      </a:r>
                      <a:endParaRPr lang="en-US"/>
                    </a:p>
                  </a:txBody>
                  <a:tcPr/>
                </a:tc>
                <a:extLst>
                  <a:ext uri="{0D108BD9-81ED-4DB2-BD59-A6C34878D82A}">
                    <a16:rowId xmlns:a16="http://schemas.microsoft.com/office/drawing/2014/main" val="892848355"/>
                  </a:ext>
                </a:extLst>
              </a:tr>
              <a:tr h="411853">
                <a:tc>
                  <a:txBody>
                    <a:bodyPr/>
                    <a:lstStyle/>
                    <a:p>
                      <a:pPr lvl="0">
                        <a:buNone/>
                      </a:pPr>
                      <a:r>
                        <a:rPr lang="en-US" sz="1800" b="0" i="0" u="none" strike="noStrike" noProof="0">
                          <a:latin typeface="Corbel"/>
                        </a:rPr>
                        <a:t>October</a:t>
                      </a:r>
                      <a:endParaRPr lang="en-US"/>
                    </a:p>
                  </a:txBody>
                  <a:tcPr/>
                </a:tc>
                <a:tc>
                  <a:txBody>
                    <a:bodyPr/>
                    <a:lstStyle/>
                    <a:p>
                      <a:pPr lvl="0">
                        <a:buNone/>
                      </a:pPr>
                      <a:r>
                        <a:rPr lang="en-US" sz="1800" b="0" i="0" u="none" strike="noStrike" noProof="0">
                          <a:latin typeface="Corbel"/>
                        </a:rPr>
                        <a:t>5.68</a:t>
                      </a:r>
                      <a:endParaRPr lang="en-US"/>
                    </a:p>
                  </a:txBody>
                  <a:tcPr/>
                </a:tc>
                <a:tc>
                  <a:txBody>
                    <a:bodyPr/>
                    <a:lstStyle/>
                    <a:p>
                      <a:pPr lvl="0">
                        <a:buNone/>
                      </a:pPr>
                      <a:r>
                        <a:rPr lang="en-US" sz="1800" b="0" i="0" u="none" strike="noStrike" noProof="0">
                          <a:latin typeface="Corbel"/>
                        </a:rPr>
                        <a:t>5.62</a:t>
                      </a:r>
                      <a:endParaRPr lang="en-US"/>
                    </a:p>
                  </a:txBody>
                  <a:tcPr/>
                </a:tc>
                <a:extLst>
                  <a:ext uri="{0D108BD9-81ED-4DB2-BD59-A6C34878D82A}">
                    <a16:rowId xmlns:a16="http://schemas.microsoft.com/office/drawing/2014/main" val="1174917645"/>
                  </a:ext>
                </a:extLst>
              </a:tr>
              <a:tr h="411853">
                <a:tc>
                  <a:txBody>
                    <a:bodyPr/>
                    <a:lstStyle/>
                    <a:p>
                      <a:pPr lvl="0">
                        <a:buNone/>
                      </a:pPr>
                      <a:r>
                        <a:rPr lang="en-US" sz="1800" b="0" i="0" u="none" strike="noStrike" noProof="0">
                          <a:latin typeface="Corbel"/>
                        </a:rPr>
                        <a:t>November</a:t>
                      </a:r>
                      <a:endParaRPr lang="en-US"/>
                    </a:p>
                  </a:txBody>
                  <a:tcPr/>
                </a:tc>
                <a:tc>
                  <a:txBody>
                    <a:bodyPr/>
                    <a:lstStyle/>
                    <a:p>
                      <a:pPr lvl="0">
                        <a:buNone/>
                      </a:pPr>
                      <a:r>
                        <a:rPr lang="en-US" sz="1800" b="0" i="0" u="none" strike="noStrike" noProof="0">
                          <a:latin typeface="Corbel"/>
                        </a:rPr>
                        <a:t>5.55</a:t>
                      </a:r>
                      <a:endParaRPr lang="en-US"/>
                    </a:p>
                  </a:txBody>
                  <a:tcPr/>
                </a:tc>
                <a:tc>
                  <a:txBody>
                    <a:bodyPr/>
                    <a:lstStyle/>
                    <a:p>
                      <a:pPr lvl="0">
                        <a:buNone/>
                      </a:pPr>
                      <a:r>
                        <a:rPr lang="en-US" sz="1800" b="0" i="0" u="none" strike="noStrike" noProof="0">
                          <a:latin typeface="Corbel"/>
                        </a:rPr>
                        <a:t>5.57</a:t>
                      </a:r>
                      <a:endParaRPr lang="en-US"/>
                    </a:p>
                  </a:txBody>
                  <a:tcPr/>
                </a:tc>
                <a:extLst>
                  <a:ext uri="{0D108BD9-81ED-4DB2-BD59-A6C34878D82A}">
                    <a16:rowId xmlns:a16="http://schemas.microsoft.com/office/drawing/2014/main" val="1516688369"/>
                  </a:ext>
                </a:extLst>
              </a:tr>
              <a:tr h="411853">
                <a:tc>
                  <a:txBody>
                    <a:bodyPr/>
                    <a:lstStyle/>
                    <a:p>
                      <a:pPr lvl="0">
                        <a:buNone/>
                      </a:pPr>
                      <a:r>
                        <a:rPr lang="en-US" sz="1800" b="0" i="0" u="none" strike="noStrike" noProof="0">
                          <a:latin typeface="Corbel"/>
                        </a:rPr>
                        <a:t>December</a:t>
                      </a:r>
                      <a:endParaRPr lang="en-US"/>
                    </a:p>
                  </a:txBody>
                  <a:tcPr/>
                </a:tc>
                <a:tc>
                  <a:txBody>
                    <a:bodyPr/>
                    <a:lstStyle/>
                    <a:p>
                      <a:pPr lvl="0">
                        <a:buNone/>
                      </a:pPr>
                      <a:r>
                        <a:rPr lang="en-US" sz="1800" b="0" i="0" u="none" strike="noStrike" noProof="0">
                          <a:latin typeface="Corbel"/>
                        </a:rPr>
                        <a:t>5.28</a:t>
                      </a:r>
                      <a:endParaRPr lang="en-US"/>
                    </a:p>
                  </a:txBody>
                  <a:tcPr/>
                </a:tc>
                <a:tc>
                  <a:txBody>
                    <a:bodyPr/>
                    <a:lstStyle/>
                    <a:p>
                      <a:pPr lvl="0">
                        <a:buNone/>
                      </a:pPr>
                      <a:r>
                        <a:rPr lang="en-US" sz="1800" b="0" i="0" u="none" strike="noStrike" noProof="0">
                          <a:latin typeface="Corbel"/>
                        </a:rPr>
                        <a:t>5.23</a:t>
                      </a:r>
                      <a:endParaRPr lang="en-US"/>
                    </a:p>
                  </a:txBody>
                  <a:tcPr/>
                </a:tc>
                <a:extLst>
                  <a:ext uri="{0D108BD9-81ED-4DB2-BD59-A6C34878D82A}">
                    <a16:rowId xmlns:a16="http://schemas.microsoft.com/office/drawing/2014/main" val="2611727700"/>
                  </a:ext>
                </a:extLst>
              </a:tr>
            </a:tbl>
          </a:graphicData>
        </a:graphic>
      </p:graphicFrame>
      <p:sp>
        <p:nvSpPr>
          <p:cNvPr id="4" name="Text Placeholder 3">
            <a:extLst>
              <a:ext uri="{FF2B5EF4-FFF2-40B4-BE49-F238E27FC236}">
                <a16:creationId xmlns:a16="http://schemas.microsoft.com/office/drawing/2014/main" id="{3BEE030F-CE49-29E3-A481-738C0079B7B4}"/>
              </a:ext>
            </a:extLst>
          </p:cNvPr>
          <p:cNvSpPr>
            <a:spLocks noGrp="1"/>
          </p:cNvSpPr>
          <p:nvPr>
            <p:ph type="body" sz="half" idx="2"/>
          </p:nvPr>
        </p:nvSpPr>
        <p:spPr/>
        <p:txBody>
          <a:bodyPr/>
          <a:lstStyle/>
          <a:p>
            <a:endParaRPr lang="en-US" dirty="0">
              <a:ea typeface="+mn-lt"/>
              <a:cs typeface="+mn-lt"/>
            </a:endParaRPr>
          </a:p>
          <a:p>
            <a:r>
              <a:rPr lang="en-US" dirty="0">
                <a:ea typeface="+mn-lt"/>
                <a:cs typeface="+mn-lt"/>
              </a:rPr>
              <a:t>R2 Value: 0.0010824554290765898</a:t>
            </a:r>
            <a:endParaRPr lang="en-US" dirty="0"/>
          </a:p>
          <a:p>
            <a:r>
              <a:rPr lang="en-US" dirty="0">
                <a:ea typeface="+mn-lt"/>
                <a:cs typeface="+mn-lt"/>
              </a:rPr>
              <a:t>Root Mean Squared Error: 0.9944952327348858</a:t>
            </a:r>
          </a:p>
          <a:p>
            <a:r>
              <a:rPr lang="en-US" dirty="0"/>
              <a:t>P-Value: 1.676634e-16</a:t>
            </a:r>
          </a:p>
          <a:p>
            <a:endParaRPr lang="en-US" dirty="0"/>
          </a:p>
        </p:txBody>
      </p:sp>
    </p:spTree>
    <p:extLst>
      <p:ext uri="{BB962C8B-B14F-4D97-AF65-F5344CB8AC3E}">
        <p14:creationId xmlns:p14="http://schemas.microsoft.com/office/powerpoint/2010/main" val="20325307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63C00-DB5B-7BA0-85D1-68E65B2BDF4B}"/>
              </a:ext>
            </a:extLst>
          </p:cNvPr>
          <p:cNvSpPr>
            <a:spLocks noGrp="1"/>
          </p:cNvSpPr>
          <p:nvPr>
            <p:ph type="title"/>
          </p:nvPr>
        </p:nvSpPr>
        <p:spPr/>
        <p:txBody>
          <a:bodyPr/>
          <a:lstStyle/>
          <a:p>
            <a:r>
              <a:rPr lang="en-US"/>
              <a:t>Conclusion about Price</a:t>
            </a:r>
          </a:p>
        </p:txBody>
      </p:sp>
      <p:sp>
        <p:nvSpPr>
          <p:cNvPr id="3" name="Content Placeholder 2">
            <a:extLst>
              <a:ext uri="{FF2B5EF4-FFF2-40B4-BE49-F238E27FC236}">
                <a16:creationId xmlns:a16="http://schemas.microsoft.com/office/drawing/2014/main" id="{32EE59FB-DD88-6FFF-F113-AAE7E6E561C7}"/>
              </a:ext>
            </a:extLst>
          </p:cNvPr>
          <p:cNvSpPr>
            <a:spLocks noGrp="1"/>
          </p:cNvSpPr>
          <p:nvPr>
            <p:ph idx="1"/>
          </p:nvPr>
        </p:nvSpPr>
        <p:spPr/>
        <p:txBody>
          <a:bodyPr/>
          <a:lstStyle/>
          <a:p>
            <a:r>
              <a:rPr lang="en-US"/>
              <a:t>Highly skewed towards free games</a:t>
            </a:r>
          </a:p>
          <a:p>
            <a:r>
              <a:rPr lang="en-US"/>
              <a:t>Even with free games removed from prediction we still get very low values</a:t>
            </a:r>
          </a:p>
          <a:p>
            <a:r>
              <a:rPr lang="en-US"/>
              <a:t>Low values most likely from dataset having mean of around $7 for the price</a:t>
            </a:r>
          </a:p>
          <a:p>
            <a:r>
              <a:rPr lang="en-US"/>
              <a:t>Seeing an effect of games priced higher than $25 getting capped</a:t>
            </a:r>
          </a:p>
          <a:p>
            <a:r>
              <a:rPr lang="en-US"/>
              <a:t>If I had more time I would have liked to clean the other datasets and do multiple linear regression</a:t>
            </a:r>
          </a:p>
        </p:txBody>
      </p:sp>
      <p:sp>
        <p:nvSpPr>
          <p:cNvPr id="4" name="Text Placeholder 3">
            <a:extLst>
              <a:ext uri="{FF2B5EF4-FFF2-40B4-BE49-F238E27FC236}">
                <a16:creationId xmlns:a16="http://schemas.microsoft.com/office/drawing/2014/main" id="{CC2AAB38-BAC7-1FF0-C811-BD72A994E6D8}"/>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191683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4A122-1FBE-856B-C940-EFBFB6633F2A}"/>
              </a:ext>
            </a:extLst>
          </p:cNvPr>
          <p:cNvSpPr>
            <a:spLocks noGrp="1"/>
          </p:cNvSpPr>
          <p:nvPr>
            <p:ph type="title"/>
          </p:nvPr>
        </p:nvSpPr>
        <p:spPr>
          <a:xfrm>
            <a:off x="3887285" y="-160976"/>
            <a:ext cx="7315200" cy="3255264"/>
          </a:xfrm>
        </p:spPr>
        <p:txBody>
          <a:bodyPr/>
          <a:lstStyle/>
          <a:p>
            <a:r>
              <a:rPr lang="en-US"/>
              <a:t>Analyzing Price by Genre</a:t>
            </a:r>
          </a:p>
        </p:txBody>
      </p:sp>
      <p:sp>
        <p:nvSpPr>
          <p:cNvPr id="5" name="Text Placeholder 2">
            <a:extLst>
              <a:ext uri="{FF2B5EF4-FFF2-40B4-BE49-F238E27FC236}">
                <a16:creationId xmlns:a16="http://schemas.microsoft.com/office/drawing/2014/main" id="{BE271852-DA06-3C75-BCCB-68F08A82FF19}"/>
              </a:ext>
            </a:extLst>
          </p:cNvPr>
          <p:cNvSpPr txBox="1">
            <a:spLocks/>
          </p:cNvSpPr>
          <p:nvPr/>
        </p:nvSpPr>
        <p:spPr>
          <a:xfrm>
            <a:off x="3838414" y="3430138"/>
            <a:ext cx="7418522" cy="1108127"/>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200"/>
              </a:spcBef>
              <a:buClr>
                <a:schemeClr val="accent1"/>
              </a:buClr>
              <a:buFont typeface="Wingdings 2" pitchFamily="18" charset="2"/>
              <a:buNone/>
              <a:defRPr sz="2200" kern="1200" cap="none" spc="0" baseline="0">
                <a:solidFill>
                  <a:schemeClr val="tx1">
                    <a:lumMod val="65000"/>
                    <a:lumOff val="35000"/>
                  </a:schemeClr>
                </a:solidFill>
                <a:latin typeface="+mn-lt"/>
                <a:ea typeface="+mn-ea"/>
                <a:cs typeface="+mn-cs"/>
              </a:defRPr>
            </a:lvl1pPr>
            <a:lvl2pPr marL="457200" indent="0" algn="l" defTabSz="914400" rtl="0" eaLnBrk="1" latinLnBrk="0" hangingPunct="1">
              <a:lnSpc>
                <a:spcPct val="90000"/>
              </a:lnSpc>
              <a:spcBef>
                <a:spcPts val="250"/>
              </a:spcBef>
              <a:spcAft>
                <a:spcPts val="250"/>
              </a:spcAft>
              <a:buClr>
                <a:schemeClr val="accent1"/>
              </a:buClr>
              <a:buFont typeface="Wingdings 2" pitchFamily="18" charset="2"/>
              <a:buNone/>
              <a:defRPr sz="18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250"/>
              </a:spcBef>
              <a:spcAft>
                <a:spcPts val="250"/>
              </a:spcAft>
              <a:buClr>
                <a:schemeClr val="accent1"/>
              </a:buClr>
              <a:buFont typeface="Wingdings 2" pitchFamily="18" charset="2"/>
              <a:buNone/>
              <a:defRPr sz="16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250"/>
              </a:spcBef>
              <a:spcAft>
                <a:spcPts val="250"/>
              </a:spcAft>
              <a:buClr>
                <a:schemeClr val="accent1"/>
              </a:buClr>
              <a:buFont typeface="Wingdings 2" pitchFamily="18" charset="2"/>
              <a:buNone/>
              <a:defRPr sz="14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250"/>
              </a:spcBef>
              <a:spcAft>
                <a:spcPts val="250"/>
              </a:spcAft>
              <a:buClr>
                <a:schemeClr val="accent1"/>
              </a:buClr>
              <a:buFont typeface="Wingdings 2" pitchFamily="18" charset="2"/>
              <a:buNone/>
              <a:defRPr sz="14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250"/>
              </a:spcBef>
              <a:spcAft>
                <a:spcPts val="250"/>
              </a:spcAft>
              <a:buClr>
                <a:schemeClr val="accent1"/>
              </a:buClr>
              <a:buFont typeface="Wingdings 2" pitchFamily="18" charset="2"/>
              <a:buNone/>
              <a:defRPr sz="14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250"/>
              </a:spcBef>
              <a:spcAft>
                <a:spcPts val="250"/>
              </a:spcAft>
              <a:buClr>
                <a:schemeClr val="accent1"/>
              </a:buClr>
              <a:buFont typeface="Wingdings 2" pitchFamily="18" charset="2"/>
              <a:buNone/>
              <a:defRPr sz="14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250"/>
              </a:spcBef>
              <a:spcAft>
                <a:spcPts val="250"/>
              </a:spcAft>
              <a:buClr>
                <a:schemeClr val="accent1"/>
              </a:buClr>
              <a:buFont typeface="Wingdings 2" pitchFamily="18" charset="2"/>
              <a:buNone/>
              <a:defRPr sz="14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250"/>
              </a:spcBef>
              <a:spcAft>
                <a:spcPts val="250"/>
              </a:spcAft>
              <a:buClr>
                <a:schemeClr val="accent1"/>
              </a:buClr>
              <a:buFont typeface="Wingdings 2" pitchFamily="18" charset="2"/>
              <a:buNone/>
              <a:defRPr sz="1400" kern="1200">
                <a:solidFill>
                  <a:schemeClr val="tx1">
                    <a:tint val="75000"/>
                  </a:schemeClr>
                </a:solidFill>
                <a:latin typeface="+mn-lt"/>
                <a:ea typeface="+mn-ea"/>
                <a:cs typeface="+mn-cs"/>
              </a:defRPr>
            </a:lvl9pPr>
          </a:lstStyle>
          <a:p>
            <a:r>
              <a:rPr lang="en-US" sz="1600">
                <a:solidFill>
                  <a:schemeClr val="tx1"/>
                </a:solidFill>
                <a:ea typeface="+mn-lt"/>
                <a:cs typeface="+mn-lt"/>
              </a:rPr>
              <a:t>Hypothesis</a:t>
            </a:r>
            <a:endParaRPr lang="en-US" sz="1600">
              <a:solidFill>
                <a:schemeClr val="tx1"/>
              </a:solidFill>
            </a:endParaRPr>
          </a:p>
          <a:p>
            <a:r>
              <a:rPr lang="en-US" sz="1600">
                <a:solidFill>
                  <a:schemeClr val="tx1"/>
                </a:solidFill>
                <a:ea typeface="+mn-lt"/>
                <a:cs typeface="+mn-lt"/>
              </a:rPr>
              <a:t>𝐻0: The genre will not affect the price of the game and all genres will have a similar price.</a:t>
            </a:r>
            <a:endParaRPr lang="en-US" sz="1600">
              <a:solidFill>
                <a:schemeClr val="tx1"/>
              </a:solidFill>
            </a:endParaRPr>
          </a:p>
          <a:p>
            <a:r>
              <a:rPr lang="en-US" sz="1600">
                <a:solidFill>
                  <a:schemeClr val="tx1"/>
                </a:solidFill>
                <a:ea typeface="+mn-lt"/>
                <a:cs typeface="+mn-lt"/>
              </a:rPr>
              <a:t>𝐻𝐴: The genre does affect the price of the game and every genre will have a varying price.</a:t>
            </a:r>
            <a:endParaRPr lang="en-US" sz="1600">
              <a:solidFill>
                <a:schemeClr val="tx1"/>
              </a:solidFill>
            </a:endParaRPr>
          </a:p>
          <a:p>
            <a:endParaRPr lang="en-US"/>
          </a:p>
        </p:txBody>
      </p:sp>
    </p:spTree>
    <p:extLst>
      <p:ext uri="{BB962C8B-B14F-4D97-AF65-F5344CB8AC3E}">
        <p14:creationId xmlns:p14="http://schemas.microsoft.com/office/powerpoint/2010/main" val="25746373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8" name="Rectangle 67">
            <a:extLst>
              <a:ext uri="{FF2B5EF4-FFF2-40B4-BE49-F238E27FC236}">
                <a16:creationId xmlns:a16="http://schemas.microsoft.com/office/drawing/2014/main" id="{40DCEEEA-6FE7-4541-9EB2-EF754066EE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0" name="Rectangle 69">
            <a:extLst>
              <a:ext uri="{FF2B5EF4-FFF2-40B4-BE49-F238E27FC236}">
                <a16:creationId xmlns:a16="http://schemas.microsoft.com/office/drawing/2014/main" id="{03A72D00-0CA4-4A88-86CE-B1FB393C52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72" name="Rectangle 71">
            <a:extLst>
              <a:ext uri="{FF2B5EF4-FFF2-40B4-BE49-F238E27FC236}">
                <a16:creationId xmlns:a16="http://schemas.microsoft.com/office/drawing/2014/main" id="{A1DFCBE5-52C1-48A9-89CF-E7D68CCA16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EB17C8F6-D357-4254-BBAC-96B01EEBE1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647203"/>
            <a:ext cx="11707367" cy="257262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FF02FA18-BDD6-876E-2E84-701B4449162A}"/>
              </a:ext>
            </a:extLst>
          </p:cNvPr>
          <p:cNvSpPr>
            <a:spLocks noGrp="1"/>
          </p:cNvSpPr>
          <p:nvPr>
            <p:ph type="title"/>
          </p:nvPr>
        </p:nvSpPr>
        <p:spPr>
          <a:xfrm>
            <a:off x="1063691" y="4049486"/>
            <a:ext cx="4825480" cy="1883228"/>
          </a:xfrm>
        </p:spPr>
        <p:txBody>
          <a:bodyPr vert="horz" lIns="91440" tIns="45720" rIns="91440" bIns="45720" rtlCol="0" anchor="ctr">
            <a:normAutofit/>
          </a:bodyPr>
          <a:lstStyle/>
          <a:p>
            <a:pPr algn="r"/>
            <a:r>
              <a:rPr lang="en-US" sz="4100"/>
              <a:t>Average Playtime  vs. Game Count</a:t>
            </a:r>
          </a:p>
        </p:txBody>
      </p:sp>
      <p:pic>
        <p:nvPicPr>
          <p:cNvPr id="5" name="Content Placeholder 5" descr="A graph of a number of countries/regions&#10;&#10;AI-generated content may be incorrect.">
            <a:extLst>
              <a:ext uri="{FF2B5EF4-FFF2-40B4-BE49-F238E27FC236}">
                <a16:creationId xmlns:a16="http://schemas.microsoft.com/office/drawing/2014/main" id="{64117E84-CF4A-3D0F-A671-614FB2DD4D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7310" y="145656"/>
            <a:ext cx="5233772" cy="3236630"/>
          </a:xfrm>
          <a:prstGeom prst="rect">
            <a:avLst/>
          </a:prstGeom>
        </p:spPr>
      </p:pic>
      <p:pic>
        <p:nvPicPr>
          <p:cNvPr id="6" name="Content Placeholder 5" descr="A graph of a number of people&#10;&#10;AI-generated content may be incorrect.">
            <a:extLst>
              <a:ext uri="{FF2B5EF4-FFF2-40B4-BE49-F238E27FC236}">
                <a16:creationId xmlns:a16="http://schemas.microsoft.com/office/drawing/2014/main" id="{DEF9B540-2F5E-B5BB-0646-09BC984377E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338316" y="138258"/>
            <a:ext cx="5493196" cy="3244028"/>
          </a:xfrm>
          <a:prstGeom prst="rect">
            <a:avLst/>
          </a:prstGeom>
        </p:spPr>
      </p:pic>
      <p:sp>
        <p:nvSpPr>
          <p:cNvPr id="4" name="Text Placeholder 3">
            <a:extLst>
              <a:ext uri="{FF2B5EF4-FFF2-40B4-BE49-F238E27FC236}">
                <a16:creationId xmlns:a16="http://schemas.microsoft.com/office/drawing/2014/main" id="{CA2BF4DC-0602-39A7-3CA7-88FB0558A3D1}"/>
              </a:ext>
            </a:extLst>
          </p:cNvPr>
          <p:cNvSpPr>
            <a:spLocks noGrp="1"/>
          </p:cNvSpPr>
          <p:nvPr>
            <p:ph type="body" sz="half" idx="2"/>
          </p:nvPr>
        </p:nvSpPr>
        <p:spPr>
          <a:xfrm>
            <a:off x="6338316" y="4049485"/>
            <a:ext cx="4846151" cy="1883229"/>
          </a:xfrm>
        </p:spPr>
        <p:txBody>
          <a:bodyPr vert="horz" lIns="91440" tIns="45720" rIns="91440" bIns="45720" rtlCol="0" anchor="ctr">
            <a:normAutofit/>
          </a:bodyPr>
          <a:lstStyle/>
          <a:p>
            <a:pPr indent="-182880">
              <a:lnSpc>
                <a:spcPct val="90000"/>
              </a:lnSpc>
              <a:buFont typeface="Wingdings 2" pitchFamily="18" charset="2"/>
              <a:buChar char=""/>
            </a:pPr>
            <a:r>
              <a:rPr lang="en-US" sz="1800"/>
              <a:t>Notably, Violent and Gore Categories seen the highest average playtime, while ranked extremely low in the number of games.</a:t>
            </a:r>
          </a:p>
          <a:p>
            <a:pPr indent="-182880">
              <a:lnSpc>
                <a:spcPct val="90000"/>
              </a:lnSpc>
              <a:buFont typeface="Wingdings 2" pitchFamily="18" charset="2"/>
              <a:buChar char=""/>
            </a:pPr>
            <a:r>
              <a:rPr lang="en-US" sz="1800"/>
              <a:t>Indie sees the highest number of games, followed by Casual and Action.</a:t>
            </a:r>
          </a:p>
        </p:txBody>
      </p:sp>
    </p:spTree>
    <p:extLst>
      <p:ext uri="{BB962C8B-B14F-4D97-AF65-F5344CB8AC3E}">
        <p14:creationId xmlns:p14="http://schemas.microsoft.com/office/powerpoint/2010/main" val="27373790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C06AC08-8183-19A1-BAA1-C7A581550D6C}"/>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4F645BF8-7885-4398-80BC-4C0DF24F5C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8" name="Rectangle 17">
            <a:extLst>
              <a:ext uri="{FF2B5EF4-FFF2-40B4-BE49-F238E27FC236}">
                <a16:creationId xmlns:a16="http://schemas.microsoft.com/office/drawing/2014/main" id="{3212FB65-CD2B-4005-B910-132DCE19FC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5" name="Rectangle 14">
            <a:extLst>
              <a:ext uri="{FF2B5EF4-FFF2-40B4-BE49-F238E27FC236}">
                <a16:creationId xmlns:a16="http://schemas.microsoft.com/office/drawing/2014/main" id="{A35CBD63-8F8F-47DC-9CE7-159E6161D8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A0E3486-FD49-4921-B4F4-E5BB5C88AC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58953"/>
            <a:ext cx="3577575"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29615E68-9115-119B-6F7F-ACED843B918B}"/>
              </a:ext>
            </a:extLst>
          </p:cNvPr>
          <p:cNvSpPr>
            <a:spLocks noGrp="1"/>
          </p:cNvSpPr>
          <p:nvPr>
            <p:ph type="title"/>
          </p:nvPr>
        </p:nvSpPr>
        <p:spPr>
          <a:xfrm>
            <a:off x="252919" y="1123837"/>
            <a:ext cx="2947482" cy="1038177"/>
          </a:xfrm>
        </p:spPr>
        <p:txBody>
          <a:bodyPr vert="horz" lIns="91440" tIns="45720" rIns="91440" bIns="45720" rtlCol="0" anchor="b">
            <a:normAutofit/>
          </a:bodyPr>
          <a:lstStyle/>
          <a:p>
            <a:r>
              <a:rPr lang="en-US" sz="2400"/>
              <a:t>Price and Genres</a:t>
            </a:r>
          </a:p>
        </p:txBody>
      </p:sp>
      <p:sp>
        <p:nvSpPr>
          <p:cNvPr id="4" name="Text Placeholder 3">
            <a:extLst>
              <a:ext uri="{FF2B5EF4-FFF2-40B4-BE49-F238E27FC236}">
                <a16:creationId xmlns:a16="http://schemas.microsoft.com/office/drawing/2014/main" id="{D4547A33-8C6B-8F19-FD52-CFE8509FC131}"/>
              </a:ext>
            </a:extLst>
          </p:cNvPr>
          <p:cNvSpPr>
            <a:spLocks noGrp="1"/>
          </p:cNvSpPr>
          <p:nvPr>
            <p:ph type="body" sz="half" idx="2"/>
          </p:nvPr>
        </p:nvSpPr>
        <p:spPr>
          <a:xfrm>
            <a:off x="252920" y="2162014"/>
            <a:ext cx="2947482" cy="3744264"/>
          </a:xfrm>
        </p:spPr>
        <p:txBody>
          <a:bodyPr vert="horz" lIns="91440" tIns="45720" rIns="91440" bIns="45720" rtlCol="0" anchor="t">
            <a:normAutofit/>
          </a:bodyPr>
          <a:lstStyle/>
          <a:p>
            <a:pPr marL="285750" indent="-285750">
              <a:lnSpc>
                <a:spcPct val="90000"/>
              </a:lnSpc>
              <a:buFont typeface="Arial" pitchFamily="18" charset="2"/>
              <a:buChar char="•"/>
            </a:pPr>
            <a:r>
              <a:rPr lang="en-US" sz="1600"/>
              <a:t>Filtered Outliers from Price to remove large skew</a:t>
            </a:r>
          </a:p>
          <a:p>
            <a:pPr marL="285750" indent="-285750">
              <a:lnSpc>
                <a:spcPct val="90000"/>
              </a:lnSpc>
              <a:buFont typeface="Arial" pitchFamily="18" charset="2"/>
              <a:buChar char="•"/>
            </a:pPr>
            <a:r>
              <a:rPr lang="en-US" sz="1600"/>
              <a:t>Most games have more than one Genre</a:t>
            </a:r>
          </a:p>
          <a:p>
            <a:pPr marL="285750" indent="-285750">
              <a:lnSpc>
                <a:spcPct val="90000"/>
              </a:lnSpc>
              <a:buFont typeface="Arial" pitchFamily="18" charset="2"/>
              <a:buChar char="•"/>
            </a:pPr>
            <a:r>
              <a:rPr lang="en-US" sz="1600"/>
              <a:t>Explode the </a:t>
            </a:r>
            <a:r>
              <a:rPr lang="en-US" sz="1600" err="1"/>
              <a:t>DataFrame</a:t>
            </a:r>
            <a:endParaRPr lang="en-US" sz="1600"/>
          </a:p>
          <a:p>
            <a:pPr marL="285750" indent="-285750">
              <a:lnSpc>
                <a:spcPct val="90000"/>
              </a:lnSpc>
              <a:buFont typeface="Arial" pitchFamily="18" charset="2"/>
              <a:buChar char="•"/>
            </a:pPr>
            <a:r>
              <a:rPr lang="en-US" sz="1600"/>
              <a:t>Plotted Sorted Average Price by Genre</a:t>
            </a:r>
          </a:p>
        </p:txBody>
      </p:sp>
      <p:pic>
        <p:nvPicPr>
          <p:cNvPr id="6" name="Content Placeholder 5" descr="A graph of blue bars&#10;&#10;AI-generated content may be incorrect.">
            <a:extLst>
              <a:ext uri="{FF2B5EF4-FFF2-40B4-BE49-F238E27FC236}">
                <a16:creationId xmlns:a16="http://schemas.microsoft.com/office/drawing/2014/main" id="{5F8ABD21-7272-19DC-120B-D8BD46A3F50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072850" y="1124053"/>
            <a:ext cx="7491363" cy="3895508"/>
          </a:xfrm>
          <a:prstGeom prst="rect">
            <a:avLst/>
          </a:prstGeom>
        </p:spPr>
      </p:pic>
      <p:sp>
        <p:nvSpPr>
          <p:cNvPr id="19" name="Rectangle 18">
            <a:extLst>
              <a:ext uri="{FF2B5EF4-FFF2-40B4-BE49-F238E27FC236}">
                <a16:creationId xmlns:a16="http://schemas.microsoft.com/office/drawing/2014/main" id="{83B4A72C-2924-4CE2-8674-7E02E182ED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3429152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F8CC6B0-676F-C1B9-D341-BE903AC80359}"/>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180A519D-BF58-B6E5-9682-3167322D53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8" name="Rectangle 17">
            <a:extLst>
              <a:ext uri="{FF2B5EF4-FFF2-40B4-BE49-F238E27FC236}">
                <a16:creationId xmlns:a16="http://schemas.microsoft.com/office/drawing/2014/main" id="{CE6268F3-5556-F414-2FD9-85F41F8227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5" name="Rectangle 14">
            <a:extLst>
              <a:ext uri="{FF2B5EF4-FFF2-40B4-BE49-F238E27FC236}">
                <a16:creationId xmlns:a16="http://schemas.microsoft.com/office/drawing/2014/main" id="{0DB6FE5E-48E9-41D2-033D-AB229252B0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71A5A01-8213-FB09-DA8C-8698DE2BAB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58953"/>
            <a:ext cx="3577575"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2B75FDA0-B0BE-68E6-81D4-9C708C2D3157}"/>
              </a:ext>
            </a:extLst>
          </p:cNvPr>
          <p:cNvSpPr>
            <a:spLocks noGrp="1"/>
          </p:cNvSpPr>
          <p:nvPr>
            <p:ph type="title"/>
          </p:nvPr>
        </p:nvSpPr>
        <p:spPr>
          <a:xfrm>
            <a:off x="252919" y="536193"/>
            <a:ext cx="2947482" cy="1038177"/>
          </a:xfrm>
        </p:spPr>
        <p:txBody>
          <a:bodyPr vert="horz" lIns="91440" tIns="45720" rIns="91440" bIns="45720" rtlCol="0" anchor="b">
            <a:normAutofit/>
          </a:bodyPr>
          <a:lstStyle/>
          <a:p>
            <a:r>
              <a:rPr lang="en-US" sz="2400"/>
              <a:t>Price Trained by Genre</a:t>
            </a:r>
          </a:p>
        </p:txBody>
      </p:sp>
      <p:sp>
        <p:nvSpPr>
          <p:cNvPr id="4" name="Text Placeholder 3">
            <a:extLst>
              <a:ext uri="{FF2B5EF4-FFF2-40B4-BE49-F238E27FC236}">
                <a16:creationId xmlns:a16="http://schemas.microsoft.com/office/drawing/2014/main" id="{F56B8CF8-E710-223C-319C-C3C098343585}"/>
              </a:ext>
            </a:extLst>
          </p:cNvPr>
          <p:cNvSpPr>
            <a:spLocks noGrp="1"/>
          </p:cNvSpPr>
          <p:nvPr>
            <p:ph type="body" sz="half" idx="2"/>
          </p:nvPr>
        </p:nvSpPr>
        <p:spPr>
          <a:xfrm>
            <a:off x="252920" y="1716438"/>
            <a:ext cx="2947482" cy="3744264"/>
          </a:xfrm>
        </p:spPr>
        <p:txBody>
          <a:bodyPr vert="horz" lIns="91440" tIns="45720" rIns="91440" bIns="45720" rtlCol="0" anchor="t">
            <a:normAutofit/>
          </a:bodyPr>
          <a:lstStyle/>
          <a:p>
            <a:pPr indent="-182880">
              <a:lnSpc>
                <a:spcPct val="90000"/>
              </a:lnSpc>
              <a:buFont typeface="Wingdings 2" pitchFamily="18" charset="2"/>
              <a:buChar char=""/>
            </a:pPr>
            <a:r>
              <a:rPr lang="en-US" sz="1600"/>
              <a:t>Trained the </a:t>
            </a:r>
            <a:r>
              <a:rPr lang="en-US" sz="1600" err="1"/>
              <a:t>DataFrame</a:t>
            </a:r>
            <a:r>
              <a:rPr lang="en-US" sz="1600"/>
              <a:t> in a user defined linear regression function.</a:t>
            </a:r>
          </a:p>
          <a:p>
            <a:pPr indent="-182880">
              <a:lnSpc>
                <a:spcPct val="90000"/>
              </a:lnSpc>
              <a:buFont typeface="Wingdings 2" pitchFamily="18" charset="2"/>
              <a:buChar char=""/>
            </a:pPr>
            <a:r>
              <a:rPr lang="en-US" sz="1600"/>
              <a:t>Uses </a:t>
            </a:r>
            <a:r>
              <a:rPr lang="en-US" sz="1600" err="1"/>
              <a:t>Sklearn</a:t>
            </a:r>
            <a:r>
              <a:rPr lang="en-US" sz="1600"/>
              <a:t> module to create a regression model of a numerical column based on a categorical column passed into the function.</a:t>
            </a:r>
          </a:p>
          <a:p>
            <a:pPr indent="-182880">
              <a:lnSpc>
                <a:spcPct val="90000"/>
              </a:lnSpc>
              <a:buFont typeface="Wingdings 2" pitchFamily="18" charset="2"/>
              <a:buChar char=""/>
            </a:pPr>
            <a:r>
              <a:rPr lang="en-US" sz="1600"/>
              <a:t>Predicts the Price given a Genre</a:t>
            </a:r>
          </a:p>
        </p:txBody>
      </p:sp>
      <p:sp>
        <p:nvSpPr>
          <p:cNvPr id="19" name="Rectangle 18">
            <a:extLst>
              <a:ext uri="{FF2B5EF4-FFF2-40B4-BE49-F238E27FC236}">
                <a16:creationId xmlns:a16="http://schemas.microsoft.com/office/drawing/2014/main" id="{134C9B22-33A2-1789-FDB0-061D85376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8" name="Content Placeholder 7">
            <a:extLst>
              <a:ext uri="{FF2B5EF4-FFF2-40B4-BE49-F238E27FC236}">
                <a16:creationId xmlns:a16="http://schemas.microsoft.com/office/drawing/2014/main" id="{7C99A170-ACC1-8CF4-8B69-B829A93516B1}"/>
              </a:ext>
            </a:extLst>
          </p:cNvPr>
          <p:cNvGraphicFramePr>
            <a:graphicFrameLocks noGrp="1"/>
          </p:cNvGraphicFramePr>
          <p:nvPr>
            <p:ph idx="1"/>
            <p:extLst>
              <p:ext uri="{D42A27DB-BD31-4B8C-83A1-F6EECF244321}">
                <p14:modId xmlns:p14="http://schemas.microsoft.com/office/powerpoint/2010/main" val="3602815311"/>
              </p:ext>
            </p:extLst>
          </p:nvPr>
        </p:nvGraphicFramePr>
        <p:xfrm>
          <a:off x="4810932" y="916983"/>
          <a:ext cx="6457128" cy="4263067"/>
        </p:xfrm>
        <a:graphic>
          <a:graphicData uri="http://schemas.openxmlformats.org/drawingml/2006/table">
            <a:tbl>
              <a:tblPr bandRow="1">
                <a:tableStyleId>{5C22544A-7EE6-4342-B048-85BDC9FD1C3A}</a:tableStyleId>
              </a:tblPr>
              <a:tblGrid>
                <a:gridCol w="1614282">
                  <a:extLst>
                    <a:ext uri="{9D8B030D-6E8A-4147-A177-3AD203B41FA5}">
                      <a16:colId xmlns:a16="http://schemas.microsoft.com/office/drawing/2014/main" val="1938841932"/>
                    </a:ext>
                  </a:extLst>
                </a:gridCol>
                <a:gridCol w="1614282">
                  <a:extLst>
                    <a:ext uri="{9D8B030D-6E8A-4147-A177-3AD203B41FA5}">
                      <a16:colId xmlns:a16="http://schemas.microsoft.com/office/drawing/2014/main" val="4029499021"/>
                    </a:ext>
                  </a:extLst>
                </a:gridCol>
                <a:gridCol w="1614282">
                  <a:extLst>
                    <a:ext uri="{9D8B030D-6E8A-4147-A177-3AD203B41FA5}">
                      <a16:colId xmlns:a16="http://schemas.microsoft.com/office/drawing/2014/main" val="3140944829"/>
                    </a:ext>
                  </a:extLst>
                </a:gridCol>
                <a:gridCol w="1614282">
                  <a:extLst>
                    <a:ext uri="{9D8B030D-6E8A-4147-A177-3AD203B41FA5}">
                      <a16:colId xmlns:a16="http://schemas.microsoft.com/office/drawing/2014/main" val="1086578775"/>
                    </a:ext>
                  </a:extLst>
                </a:gridCol>
              </a:tblGrid>
              <a:tr h="693988">
                <a:tc>
                  <a:txBody>
                    <a:bodyPr/>
                    <a:lstStyle/>
                    <a:p>
                      <a:pPr>
                        <a:buNone/>
                      </a:pPr>
                      <a:endParaRPr lang="en-US"/>
                    </a:p>
                  </a:txBody>
                  <a:tcPr anchor="ctr">
                    <a:lnL>
                      <a:noFill/>
                    </a:lnL>
                    <a:lnR>
                      <a:noFill/>
                    </a:lnR>
                    <a:lnT>
                      <a:noFill/>
                    </a:lnT>
                    <a:lnB>
                      <a:noFill/>
                    </a:lnB>
                    <a:solidFill>
                      <a:schemeClr val="bg1">
                        <a:lumMod val="65000"/>
                      </a:schemeClr>
                    </a:solidFill>
                  </a:tcPr>
                </a:tc>
                <a:tc>
                  <a:txBody>
                    <a:bodyPr/>
                    <a:lstStyle/>
                    <a:p>
                      <a:pPr>
                        <a:buNone/>
                      </a:pPr>
                      <a:r>
                        <a:rPr lang="en-US"/>
                        <a:t>genres</a:t>
                      </a:r>
                    </a:p>
                  </a:txBody>
                  <a:tcPr anchor="ctr">
                    <a:lnL>
                      <a:noFill/>
                    </a:lnL>
                    <a:lnR>
                      <a:noFill/>
                    </a:lnR>
                    <a:lnT>
                      <a:noFill/>
                    </a:lnT>
                    <a:lnB>
                      <a:noFill/>
                    </a:lnB>
                    <a:solidFill>
                      <a:schemeClr val="bg1">
                        <a:lumMod val="65000"/>
                      </a:schemeClr>
                    </a:solidFill>
                  </a:tcPr>
                </a:tc>
                <a:tc>
                  <a:txBody>
                    <a:bodyPr/>
                    <a:lstStyle/>
                    <a:p>
                      <a:pPr>
                        <a:buNone/>
                      </a:pPr>
                      <a:r>
                        <a:rPr lang="en-US"/>
                        <a:t>predicted price</a:t>
                      </a:r>
                    </a:p>
                  </a:txBody>
                  <a:tcPr anchor="ctr">
                    <a:lnL>
                      <a:noFill/>
                    </a:lnL>
                    <a:lnR>
                      <a:noFill/>
                    </a:lnR>
                    <a:lnT>
                      <a:noFill/>
                    </a:lnT>
                    <a:lnB>
                      <a:noFill/>
                    </a:lnB>
                    <a:solidFill>
                      <a:schemeClr val="bg1">
                        <a:lumMod val="65000"/>
                      </a:schemeClr>
                    </a:solidFill>
                  </a:tcPr>
                </a:tc>
                <a:tc>
                  <a:txBody>
                    <a:bodyPr/>
                    <a:lstStyle/>
                    <a:p>
                      <a:pPr>
                        <a:buNone/>
                      </a:pPr>
                      <a:r>
                        <a:rPr lang="en-US"/>
                        <a:t>actual price</a:t>
                      </a:r>
                    </a:p>
                  </a:txBody>
                  <a:tcPr anchor="ctr">
                    <a:lnL>
                      <a:noFill/>
                    </a:lnL>
                    <a:lnR>
                      <a:noFill/>
                    </a:lnR>
                    <a:lnT>
                      <a:noFill/>
                    </a:lnT>
                    <a:lnB>
                      <a:noFill/>
                    </a:lnB>
                    <a:solidFill>
                      <a:schemeClr val="bg1">
                        <a:lumMod val="65000"/>
                      </a:schemeClr>
                    </a:solidFill>
                  </a:tcPr>
                </a:tc>
                <a:extLst>
                  <a:ext uri="{0D108BD9-81ED-4DB2-BD59-A6C34878D82A}">
                    <a16:rowId xmlns:a16="http://schemas.microsoft.com/office/drawing/2014/main" val="4261464694"/>
                  </a:ext>
                </a:extLst>
              </a:tr>
              <a:tr h="396564">
                <a:tc>
                  <a:txBody>
                    <a:bodyPr/>
                    <a:lstStyle/>
                    <a:p>
                      <a:pPr>
                        <a:buNone/>
                      </a:pPr>
                      <a:r>
                        <a:rPr lang="en-US"/>
                        <a:t>0</a:t>
                      </a:r>
                    </a:p>
                  </a:txBody>
                  <a:tcPr anchor="ctr">
                    <a:lnL>
                      <a:noFill/>
                    </a:lnL>
                    <a:lnR>
                      <a:noFill/>
                    </a:lnR>
                    <a:lnT>
                      <a:noFill/>
                    </a:lnT>
                    <a:lnB>
                      <a:noFill/>
                    </a:lnB>
                    <a:solidFill>
                      <a:schemeClr val="bg1">
                        <a:lumMod val="65000"/>
                      </a:schemeClr>
                    </a:solidFill>
                  </a:tcPr>
                </a:tc>
                <a:tc>
                  <a:txBody>
                    <a:bodyPr/>
                    <a:lstStyle/>
                    <a:p>
                      <a:pPr>
                        <a:buNone/>
                      </a:pPr>
                      <a:r>
                        <a:rPr lang="en-US"/>
                        <a:t>Action</a:t>
                      </a:r>
                    </a:p>
                  </a:txBody>
                  <a:tcPr anchor="ctr">
                    <a:lnL>
                      <a:noFill/>
                    </a:lnL>
                    <a:lnR>
                      <a:noFill/>
                    </a:lnR>
                    <a:lnT>
                      <a:noFill/>
                    </a:lnT>
                    <a:lnB>
                      <a:noFill/>
                    </a:lnB>
                    <a:solidFill>
                      <a:schemeClr val="bg1">
                        <a:lumMod val="65000"/>
                      </a:schemeClr>
                    </a:solidFill>
                  </a:tcPr>
                </a:tc>
                <a:tc>
                  <a:txBody>
                    <a:bodyPr/>
                    <a:lstStyle/>
                    <a:p>
                      <a:pPr>
                        <a:buNone/>
                      </a:pPr>
                      <a:r>
                        <a:rPr lang="en-US"/>
                        <a:t>6.606517</a:t>
                      </a:r>
                    </a:p>
                  </a:txBody>
                  <a:tcPr anchor="ctr">
                    <a:lnL>
                      <a:noFill/>
                    </a:lnL>
                    <a:lnR>
                      <a:noFill/>
                    </a:lnR>
                    <a:lnT>
                      <a:noFill/>
                    </a:lnT>
                    <a:lnB>
                      <a:noFill/>
                    </a:lnB>
                    <a:solidFill>
                      <a:schemeClr val="bg1">
                        <a:lumMod val="65000"/>
                      </a:schemeClr>
                    </a:solidFill>
                  </a:tcPr>
                </a:tc>
                <a:tc>
                  <a:txBody>
                    <a:bodyPr/>
                    <a:lstStyle/>
                    <a:p>
                      <a:pPr>
                        <a:buNone/>
                      </a:pPr>
                      <a:r>
                        <a:rPr lang="en-US"/>
                        <a:t>6.587199</a:t>
                      </a:r>
                    </a:p>
                  </a:txBody>
                  <a:tcPr anchor="ctr">
                    <a:lnL>
                      <a:noFill/>
                    </a:lnL>
                    <a:lnR>
                      <a:noFill/>
                    </a:lnR>
                    <a:lnT>
                      <a:noFill/>
                    </a:lnT>
                    <a:lnB>
                      <a:noFill/>
                    </a:lnB>
                    <a:solidFill>
                      <a:schemeClr val="bg1">
                        <a:lumMod val="65000"/>
                      </a:schemeClr>
                    </a:solidFill>
                  </a:tcPr>
                </a:tc>
                <a:extLst>
                  <a:ext uri="{0D108BD9-81ED-4DB2-BD59-A6C34878D82A}">
                    <a16:rowId xmlns:a16="http://schemas.microsoft.com/office/drawing/2014/main" val="2780897821"/>
                  </a:ext>
                </a:extLst>
              </a:tr>
              <a:tr h="693988">
                <a:tc>
                  <a:txBody>
                    <a:bodyPr/>
                    <a:lstStyle/>
                    <a:p>
                      <a:pPr>
                        <a:buNone/>
                      </a:pPr>
                      <a:r>
                        <a:rPr lang="en-US"/>
                        <a:t>1</a:t>
                      </a:r>
                    </a:p>
                  </a:txBody>
                  <a:tcPr anchor="ctr">
                    <a:lnL>
                      <a:noFill/>
                    </a:lnL>
                    <a:lnR>
                      <a:noFill/>
                    </a:lnR>
                    <a:lnT>
                      <a:noFill/>
                    </a:lnT>
                    <a:lnB>
                      <a:noFill/>
                    </a:lnB>
                    <a:solidFill>
                      <a:schemeClr val="bg1">
                        <a:lumMod val="65000"/>
                      </a:schemeClr>
                    </a:solidFill>
                  </a:tcPr>
                </a:tc>
                <a:tc>
                  <a:txBody>
                    <a:bodyPr/>
                    <a:lstStyle/>
                    <a:p>
                      <a:pPr>
                        <a:buNone/>
                      </a:pPr>
                      <a:r>
                        <a:rPr lang="en-US"/>
                        <a:t>Free To Play</a:t>
                      </a:r>
                    </a:p>
                  </a:txBody>
                  <a:tcPr anchor="ctr">
                    <a:lnL>
                      <a:noFill/>
                    </a:lnL>
                    <a:lnR>
                      <a:noFill/>
                    </a:lnR>
                    <a:lnT>
                      <a:noFill/>
                    </a:lnT>
                    <a:lnB>
                      <a:noFill/>
                    </a:lnB>
                    <a:solidFill>
                      <a:schemeClr val="bg1">
                        <a:lumMod val="65000"/>
                      </a:schemeClr>
                    </a:solidFill>
                  </a:tcPr>
                </a:tc>
                <a:tc>
                  <a:txBody>
                    <a:bodyPr/>
                    <a:lstStyle/>
                    <a:p>
                      <a:pPr>
                        <a:buNone/>
                      </a:pPr>
                      <a:r>
                        <a:rPr lang="en-US"/>
                        <a:t>0.045044</a:t>
                      </a:r>
                    </a:p>
                  </a:txBody>
                  <a:tcPr anchor="ctr">
                    <a:lnL>
                      <a:noFill/>
                    </a:lnL>
                    <a:lnR>
                      <a:noFill/>
                    </a:lnR>
                    <a:lnT>
                      <a:noFill/>
                    </a:lnT>
                    <a:lnB>
                      <a:noFill/>
                    </a:lnB>
                    <a:solidFill>
                      <a:schemeClr val="bg1">
                        <a:lumMod val="65000"/>
                      </a:schemeClr>
                    </a:solidFill>
                  </a:tcPr>
                </a:tc>
                <a:tc>
                  <a:txBody>
                    <a:bodyPr/>
                    <a:lstStyle/>
                    <a:p>
                      <a:pPr>
                        <a:buNone/>
                      </a:pPr>
                      <a:r>
                        <a:rPr lang="en-US"/>
                        <a:t>0.051928</a:t>
                      </a:r>
                    </a:p>
                  </a:txBody>
                  <a:tcPr anchor="ctr">
                    <a:lnL>
                      <a:noFill/>
                    </a:lnL>
                    <a:lnR>
                      <a:noFill/>
                    </a:lnR>
                    <a:lnT>
                      <a:noFill/>
                    </a:lnT>
                    <a:lnB>
                      <a:noFill/>
                    </a:lnB>
                    <a:solidFill>
                      <a:schemeClr val="bg1">
                        <a:lumMod val="65000"/>
                      </a:schemeClr>
                    </a:solidFill>
                  </a:tcPr>
                </a:tc>
                <a:extLst>
                  <a:ext uri="{0D108BD9-81ED-4DB2-BD59-A6C34878D82A}">
                    <a16:rowId xmlns:a16="http://schemas.microsoft.com/office/drawing/2014/main" val="2130899155"/>
                  </a:ext>
                </a:extLst>
              </a:tr>
              <a:tr h="693988">
                <a:tc>
                  <a:txBody>
                    <a:bodyPr/>
                    <a:lstStyle/>
                    <a:p>
                      <a:pPr>
                        <a:buNone/>
                      </a:pPr>
                      <a:r>
                        <a:rPr lang="en-US"/>
                        <a:t>2</a:t>
                      </a:r>
                    </a:p>
                  </a:txBody>
                  <a:tcPr anchor="ctr">
                    <a:lnL>
                      <a:noFill/>
                    </a:lnL>
                    <a:lnR>
                      <a:noFill/>
                    </a:lnR>
                    <a:lnT>
                      <a:noFill/>
                    </a:lnT>
                    <a:lnB>
                      <a:noFill/>
                    </a:lnB>
                    <a:solidFill>
                      <a:schemeClr val="bg1">
                        <a:lumMod val="65000"/>
                      </a:schemeClr>
                    </a:solidFill>
                  </a:tcPr>
                </a:tc>
                <a:tc>
                  <a:txBody>
                    <a:bodyPr/>
                    <a:lstStyle/>
                    <a:p>
                      <a:pPr>
                        <a:buNone/>
                      </a:pPr>
                      <a:r>
                        <a:rPr lang="en-US"/>
                        <a:t>Adventure</a:t>
                      </a:r>
                    </a:p>
                  </a:txBody>
                  <a:tcPr anchor="ctr">
                    <a:lnL>
                      <a:noFill/>
                    </a:lnL>
                    <a:lnR>
                      <a:noFill/>
                    </a:lnR>
                    <a:lnT>
                      <a:noFill/>
                    </a:lnT>
                    <a:lnB>
                      <a:noFill/>
                    </a:lnB>
                    <a:solidFill>
                      <a:schemeClr val="bg1">
                        <a:lumMod val="65000"/>
                      </a:schemeClr>
                    </a:solidFill>
                  </a:tcPr>
                </a:tc>
                <a:tc>
                  <a:txBody>
                    <a:bodyPr/>
                    <a:lstStyle/>
                    <a:p>
                      <a:pPr>
                        <a:buNone/>
                      </a:pPr>
                      <a:r>
                        <a:rPr lang="en-US"/>
                        <a:t>6.983657</a:t>
                      </a:r>
                    </a:p>
                  </a:txBody>
                  <a:tcPr anchor="ctr">
                    <a:lnL>
                      <a:noFill/>
                    </a:lnL>
                    <a:lnR>
                      <a:noFill/>
                    </a:lnR>
                    <a:lnT>
                      <a:noFill/>
                    </a:lnT>
                    <a:lnB>
                      <a:noFill/>
                    </a:lnB>
                    <a:solidFill>
                      <a:schemeClr val="bg1">
                        <a:lumMod val="65000"/>
                      </a:schemeClr>
                    </a:solidFill>
                  </a:tcPr>
                </a:tc>
                <a:tc>
                  <a:txBody>
                    <a:bodyPr/>
                    <a:lstStyle/>
                    <a:p>
                      <a:pPr>
                        <a:buNone/>
                      </a:pPr>
                      <a:r>
                        <a:rPr lang="en-US"/>
                        <a:t>6.988375</a:t>
                      </a:r>
                    </a:p>
                  </a:txBody>
                  <a:tcPr anchor="ctr">
                    <a:lnL>
                      <a:noFill/>
                    </a:lnL>
                    <a:lnR>
                      <a:noFill/>
                    </a:lnR>
                    <a:lnT>
                      <a:noFill/>
                    </a:lnT>
                    <a:lnB>
                      <a:noFill/>
                    </a:lnB>
                    <a:solidFill>
                      <a:schemeClr val="bg1">
                        <a:lumMod val="65000"/>
                      </a:schemeClr>
                    </a:solidFill>
                  </a:tcPr>
                </a:tc>
                <a:extLst>
                  <a:ext uri="{0D108BD9-81ED-4DB2-BD59-A6C34878D82A}">
                    <a16:rowId xmlns:a16="http://schemas.microsoft.com/office/drawing/2014/main" val="2527644115"/>
                  </a:ext>
                </a:extLst>
              </a:tr>
              <a:tr h="991411">
                <a:tc>
                  <a:txBody>
                    <a:bodyPr/>
                    <a:lstStyle/>
                    <a:p>
                      <a:pPr>
                        <a:buNone/>
                      </a:pPr>
                      <a:r>
                        <a:rPr lang="en-US"/>
                        <a:t>3</a:t>
                      </a:r>
                    </a:p>
                  </a:txBody>
                  <a:tcPr anchor="ctr">
                    <a:lnL>
                      <a:noFill/>
                    </a:lnL>
                    <a:lnR>
                      <a:noFill/>
                    </a:lnR>
                    <a:lnT>
                      <a:noFill/>
                    </a:lnT>
                    <a:lnB>
                      <a:noFill/>
                    </a:lnB>
                    <a:solidFill>
                      <a:schemeClr val="bg1">
                        <a:lumMod val="65000"/>
                      </a:schemeClr>
                    </a:solidFill>
                  </a:tcPr>
                </a:tc>
                <a:tc>
                  <a:txBody>
                    <a:bodyPr/>
                    <a:lstStyle/>
                    <a:p>
                      <a:pPr>
                        <a:buNone/>
                      </a:pPr>
                      <a:r>
                        <a:rPr lang="en-US"/>
                        <a:t>Massively Multiplayer</a:t>
                      </a:r>
                    </a:p>
                  </a:txBody>
                  <a:tcPr anchor="ctr">
                    <a:lnL>
                      <a:noFill/>
                    </a:lnL>
                    <a:lnR>
                      <a:noFill/>
                    </a:lnR>
                    <a:lnT>
                      <a:noFill/>
                    </a:lnT>
                    <a:lnB>
                      <a:noFill/>
                    </a:lnB>
                    <a:solidFill>
                      <a:schemeClr val="bg1">
                        <a:lumMod val="65000"/>
                      </a:schemeClr>
                    </a:solidFill>
                  </a:tcPr>
                </a:tc>
                <a:tc>
                  <a:txBody>
                    <a:bodyPr/>
                    <a:lstStyle/>
                    <a:p>
                      <a:pPr>
                        <a:buNone/>
                      </a:pPr>
                      <a:r>
                        <a:rPr lang="en-US"/>
                        <a:t>4.226260</a:t>
                      </a:r>
                    </a:p>
                  </a:txBody>
                  <a:tcPr anchor="ctr">
                    <a:lnL>
                      <a:noFill/>
                    </a:lnL>
                    <a:lnR>
                      <a:noFill/>
                    </a:lnR>
                    <a:lnT>
                      <a:noFill/>
                    </a:lnT>
                    <a:lnB>
                      <a:noFill/>
                    </a:lnB>
                    <a:solidFill>
                      <a:schemeClr val="bg1">
                        <a:lumMod val="65000"/>
                      </a:schemeClr>
                    </a:solidFill>
                  </a:tcPr>
                </a:tc>
                <a:tc>
                  <a:txBody>
                    <a:bodyPr/>
                    <a:lstStyle/>
                    <a:p>
                      <a:pPr>
                        <a:buNone/>
                      </a:pPr>
                      <a:r>
                        <a:rPr lang="en-US"/>
                        <a:t>4.092967</a:t>
                      </a:r>
                    </a:p>
                  </a:txBody>
                  <a:tcPr anchor="ctr">
                    <a:lnL>
                      <a:noFill/>
                    </a:lnL>
                    <a:lnR>
                      <a:noFill/>
                    </a:lnR>
                    <a:lnT>
                      <a:noFill/>
                    </a:lnT>
                    <a:lnB>
                      <a:noFill/>
                    </a:lnB>
                    <a:solidFill>
                      <a:schemeClr val="bg1">
                        <a:lumMod val="65000"/>
                      </a:schemeClr>
                    </a:solidFill>
                  </a:tcPr>
                </a:tc>
                <a:extLst>
                  <a:ext uri="{0D108BD9-81ED-4DB2-BD59-A6C34878D82A}">
                    <a16:rowId xmlns:a16="http://schemas.microsoft.com/office/drawing/2014/main" val="142491403"/>
                  </a:ext>
                </a:extLst>
              </a:tr>
              <a:tr h="396564">
                <a:tc>
                  <a:txBody>
                    <a:bodyPr/>
                    <a:lstStyle/>
                    <a:p>
                      <a:pPr>
                        <a:buNone/>
                      </a:pPr>
                      <a:r>
                        <a:rPr lang="en-US"/>
                        <a:t>4</a:t>
                      </a:r>
                    </a:p>
                  </a:txBody>
                  <a:tcPr anchor="ctr">
                    <a:lnL>
                      <a:noFill/>
                    </a:lnL>
                    <a:lnR>
                      <a:noFill/>
                    </a:lnR>
                    <a:lnT>
                      <a:noFill/>
                    </a:lnT>
                    <a:lnB>
                      <a:noFill/>
                    </a:lnB>
                    <a:solidFill>
                      <a:schemeClr val="bg1">
                        <a:lumMod val="65000"/>
                      </a:schemeClr>
                    </a:solidFill>
                  </a:tcPr>
                </a:tc>
                <a:tc>
                  <a:txBody>
                    <a:bodyPr/>
                    <a:lstStyle/>
                    <a:p>
                      <a:pPr>
                        <a:buNone/>
                      </a:pPr>
                      <a:r>
                        <a:rPr lang="en-US"/>
                        <a:t>Strategy</a:t>
                      </a:r>
                    </a:p>
                  </a:txBody>
                  <a:tcPr anchor="ctr">
                    <a:lnL>
                      <a:noFill/>
                    </a:lnL>
                    <a:lnR>
                      <a:noFill/>
                    </a:lnR>
                    <a:lnT>
                      <a:noFill/>
                    </a:lnT>
                    <a:lnB>
                      <a:noFill/>
                    </a:lnB>
                    <a:solidFill>
                      <a:schemeClr val="bg1">
                        <a:lumMod val="65000"/>
                      </a:schemeClr>
                    </a:solidFill>
                  </a:tcPr>
                </a:tc>
                <a:tc>
                  <a:txBody>
                    <a:bodyPr/>
                    <a:lstStyle/>
                    <a:p>
                      <a:pPr>
                        <a:buNone/>
                      </a:pPr>
                      <a:r>
                        <a:rPr lang="en-US"/>
                        <a:t>7.159926</a:t>
                      </a:r>
                    </a:p>
                  </a:txBody>
                  <a:tcPr anchor="ctr">
                    <a:lnL>
                      <a:noFill/>
                    </a:lnL>
                    <a:lnR>
                      <a:noFill/>
                    </a:lnR>
                    <a:lnT>
                      <a:noFill/>
                    </a:lnT>
                    <a:lnB>
                      <a:noFill/>
                    </a:lnB>
                    <a:solidFill>
                      <a:schemeClr val="bg1">
                        <a:lumMod val="65000"/>
                      </a:schemeClr>
                    </a:solidFill>
                  </a:tcPr>
                </a:tc>
                <a:tc>
                  <a:txBody>
                    <a:bodyPr/>
                    <a:lstStyle/>
                    <a:p>
                      <a:pPr>
                        <a:buNone/>
                      </a:pPr>
                      <a:r>
                        <a:rPr lang="en-US"/>
                        <a:t>7.108784</a:t>
                      </a:r>
                    </a:p>
                  </a:txBody>
                  <a:tcPr anchor="ctr">
                    <a:lnL>
                      <a:noFill/>
                    </a:lnL>
                    <a:lnR>
                      <a:noFill/>
                    </a:lnR>
                    <a:lnT>
                      <a:noFill/>
                    </a:lnT>
                    <a:lnB>
                      <a:noFill/>
                    </a:lnB>
                    <a:solidFill>
                      <a:schemeClr val="bg1">
                        <a:lumMod val="65000"/>
                      </a:schemeClr>
                    </a:solidFill>
                  </a:tcPr>
                </a:tc>
                <a:extLst>
                  <a:ext uri="{0D108BD9-81ED-4DB2-BD59-A6C34878D82A}">
                    <a16:rowId xmlns:a16="http://schemas.microsoft.com/office/drawing/2014/main" val="3073822775"/>
                  </a:ext>
                </a:extLst>
              </a:tr>
              <a:tr h="396564">
                <a:tc>
                  <a:txBody>
                    <a:bodyPr/>
                    <a:lstStyle/>
                    <a:p>
                      <a:pPr>
                        <a:buNone/>
                      </a:pPr>
                      <a:r>
                        <a:rPr lang="en-US"/>
                        <a:t>5</a:t>
                      </a:r>
                    </a:p>
                  </a:txBody>
                  <a:tcPr anchor="ctr">
                    <a:lnL>
                      <a:noFill/>
                    </a:lnL>
                    <a:lnR>
                      <a:noFill/>
                    </a:lnR>
                    <a:lnT>
                      <a:noFill/>
                    </a:lnT>
                    <a:lnB>
                      <a:noFill/>
                    </a:lnB>
                    <a:solidFill>
                      <a:schemeClr val="bg1">
                        <a:lumMod val="65000"/>
                      </a:schemeClr>
                    </a:solidFill>
                  </a:tcPr>
                </a:tc>
                <a:tc>
                  <a:txBody>
                    <a:bodyPr/>
                    <a:lstStyle/>
                    <a:p>
                      <a:pPr>
                        <a:buNone/>
                      </a:pPr>
                      <a:r>
                        <a:rPr lang="en-US"/>
                        <a:t>Indie</a:t>
                      </a:r>
                    </a:p>
                  </a:txBody>
                  <a:tcPr anchor="ctr">
                    <a:lnL>
                      <a:noFill/>
                    </a:lnL>
                    <a:lnR>
                      <a:noFill/>
                    </a:lnR>
                    <a:lnT>
                      <a:noFill/>
                    </a:lnT>
                    <a:lnB>
                      <a:noFill/>
                    </a:lnB>
                    <a:solidFill>
                      <a:schemeClr val="bg1">
                        <a:lumMod val="65000"/>
                      </a:schemeClr>
                    </a:solidFill>
                  </a:tcPr>
                </a:tc>
                <a:tc>
                  <a:txBody>
                    <a:bodyPr/>
                    <a:lstStyle/>
                    <a:p>
                      <a:pPr>
                        <a:buNone/>
                      </a:pPr>
                      <a:r>
                        <a:rPr lang="en-US"/>
                        <a:t>5.843881</a:t>
                      </a:r>
                    </a:p>
                  </a:txBody>
                  <a:tcPr anchor="ctr">
                    <a:lnL>
                      <a:noFill/>
                    </a:lnL>
                    <a:lnR>
                      <a:noFill/>
                    </a:lnR>
                    <a:lnT>
                      <a:noFill/>
                    </a:lnT>
                    <a:lnB>
                      <a:noFill/>
                    </a:lnB>
                    <a:solidFill>
                      <a:schemeClr val="bg1">
                        <a:lumMod val="65000"/>
                      </a:schemeClr>
                    </a:solidFill>
                  </a:tcPr>
                </a:tc>
                <a:tc>
                  <a:txBody>
                    <a:bodyPr/>
                    <a:lstStyle/>
                    <a:p>
                      <a:pPr>
                        <a:buNone/>
                      </a:pPr>
                      <a:r>
                        <a:rPr lang="en-US"/>
                        <a:t>5.871920</a:t>
                      </a:r>
                    </a:p>
                  </a:txBody>
                  <a:tcPr anchor="ctr">
                    <a:lnL>
                      <a:noFill/>
                    </a:lnL>
                    <a:lnR>
                      <a:noFill/>
                    </a:lnR>
                    <a:lnT>
                      <a:noFill/>
                    </a:lnT>
                    <a:lnB>
                      <a:noFill/>
                    </a:lnB>
                    <a:solidFill>
                      <a:schemeClr val="bg1">
                        <a:lumMod val="65000"/>
                      </a:schemeClr>
                    </a:solidFill>
                  </a:tcPr>
                </a:tc>
                <a:extLst>
                  <a:ext uri="{0D108BD9-81ED-4DB2-BD59-A6C34878D82A}">
                    <a16:rowId xmlns:a16="http://schemas.microsoft.com/office/drawing/2014/main" val="2838259363"/>
                  </a:ext>
                </a:extLst>
              </a:tr>
            </a:tbl>
          </a:graphicData>
        </a:graphic>
      </p:graphicFrame>
    </p:spTree>
    <p:extLst>
      <p:ext uri="{BB962C8B-B14F-4D97-AF65-F5344CB8AC3E}">
        <p14:creationId xmlns:p14="http://schemas.microsoft.com/office/powerpoint/2010/main" val="3763918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29DC77D-610B-732B-500B-4C58F386C244}"/>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80677684-9883-3C38-DE4F-2A950AFFAE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8" name="Rectangle 17">
            <a:extLst>
              <a:ext uri="{FF2B5EF4-FFF2-40B4-BE49-F238E27FC236}">
                <a16:creationId xmlns:a16="http://schemas.microsoft.com/office/drawing/2014/main" id="{C78A1776-C438-4672-9582-C61217AE4A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5" name="Rectangle 14">
            <a:extLst>
              <a:ext uri="{FF2B5EF4-FFF2-40B4-BE49-F238E27FC236}">
                <a16:creationId xmlns:a16="http://schemas.microsoft.com/office/drawing/2014/main" id="{AB700752-9888-06C7-9EE8-E72D265472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98C287-F7AA-E8E4-7C83-564E6EF317C2}"/>
              </a:ext>
            </a:extLst>
          </p:cNvPr>
          <p:cNvSpPr>
            <a:spLocks noGrp="1"/>
          </p:cNvSpPr>
          <p:nvPr>
            <p:ph type="title"/>
          </p:nvPr>
        </p:nvSpPr>
        <p:spPr>
          <a:xfrm>
            <a:off x="252919" y="1123837"/>
            <a:ext cx="2947482" cy="1038177"/>
          </a:xfrm>
        </p:spPr>
        <p:txBody>
          <a:bodyPr vert="horz" lIns="91440" tIns="45720" rIns="91440" bIns="45720" rtlCol="0" anchor="b">
            <a:normAutofit/>
          </a:bodyPr>
          <a:lstStyle/>
          <a:p>
            <a:r>
              <a:rPr lang="en-US" sz="2400"/>
              <a:t>Price and Genres</a:t>
            </a:r>
          </a:p>
        </p:txBody>
      </p:sp>
      <p:sp>
        <p:nvSpPr>
          <p:cNvPr id="19" name="Rectangle 18">
            <a:extLst>
              <a:ext uri="{FF2B5EF4-FFF2-40B4-BE49-F238E27FC236}">
                <a16:creationId xmlns:a16="http://schemas.microsoft.com/office/drawing/2014/main" id="{B9398334-556C-FA07-3A1C-12A722A0E8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Content Placeholder 6" descr="A graph of blue bars with white text&#10;&#10;AI-generated content may be incorrect.">
            <a:extLst>
              <a:ext uri="{FF2B5EF4-FFF2-40B4-BE49-F238E27FC236}">
                <a16:creationId xmlns:a16="http://schemas.microsoft.com/office/drawing/2014/main" id="{BDF846E8-3E1E-2D36-33B3-B162A645C258}"/>
              </a:ext>
            </a:extLst>
          </p:cNvPr>
          <p:cNvPicPr>
            <a:picLocks noGrp="1" noChangeAspect="1"/>
          </p:cNvPicPr>
          <p:nvPr>
            <p:ph idx="1"/>
          </p:nvPr>
        </p:nvPicPr>
        <p:blipFill>
          <a:blip r:embed="rId3"/>
          <a:stretch>
            <a:fillRect/>
          </a:stretch>
        </p:blipFill>
        <p:spPr>
          <a:xfrm>
            <a:off x="1338585" y="1065739"/>
            <a:ext cx="9140157" cy="4662487"/>
          </a:xfrm>
          <a:prstGeom prst="rect">
            <a:avLst/>
          </a:prstGeom>
        </p:spPr>
      </p:pic>
    </p:spTree>
    <p:extLst>
      <p:ext uri="{BB962C8B-B14F-4D97-AF65-F5344CB8AC3E}">
        <p14:creationId xmlns:p14="http://schemas.microsoft.com/office/powerpoint/2010/main" val="37676270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9322F70-E48D-F845-C6B9-CD86DD4B8DF6}"/>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DB8424AB-D56B-4256-866A-5B54DE93C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6" name="Rectangle 25">
            <a:extLst>
              <a:ext uri="{FF2B5EF4-FFF2-40B4-BE49-F238E27FC236}">
                <a16:creationId xmlns:a16="http://schemas.microsoft.com/office/drawing/2014/main" id="{FC999C28-AD33-4EB7-A5F1-C06D10A5F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28" name="Rectangle 27">
            <a:extLst>
              <a:ext uri="{FF2B5EF4-FFF2-40B4-BE49-F238E27FC236}">
                <a16:creationId xmlns:a16="http://schemas.microsoft.com/office/drawing/2014/main" id="{9203ABB4-7E2A-4248-9FE7-4A419AFF2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3126970D-C1E5-4FB1-84E8-86CB9CED1C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367639"/>
            <a:ext cx="11707367" cy="18521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5D40727D-EC0A-9FF4-A1AC-FE091C81B7DB}"/>
              </a:ext>
            </a:extLst>
          </p:cNvPr>
          <p:cNvSpPr>
            <a:spLocks noGrp="1"/>
          </p:cNvSpPr>
          <p:nvPr>
            <p:ph type="title"/>
          </p:nvPr>
        </p:nvSpPr>
        <p:spPr>
          <a:xfrm>
            <a:off x="1069848" y="4590661"/>
            <a:ext cx="10210862" cy="1065690"/>
          </a:xfrm>
        </p:spPr>
        <p:txBody>
          <a:bodyPr vert="horz" lIns="91440" tIns="45720" rIns="91440" bIns="45720" rtlCol="0" anchor="b">
            <a:normAutofit fontScale="90000"/>
          </a:bodyPr>
          <a:lstStyle/>
          <a:p>
            <a:r>
              <a:rPr lang="en-US" sz="5900" spc="-100"/>
              <a:t>Predicted Price vs Actual Avg Price</a:t>
            </a:r>
          </a:p>
        </p:txBody>
      </p:sp>
      <p:pic>
        <p:nvPicPr>
          <p:cNvPr id="7" name="Content Placeholder 6">
            <a:extLst>
              <a:ext uri="{FF2B5EF4-FFF2-40B4-BE49-F238E27FC236}">
                <a16:creationId xmlns:a16="http://schemas.microsoft.com/office/drawing/2014/main" id="{25F9F7FC-0E63-1320-1E6A-20AE89FB0A24}"/>
              </a:ext>
            </a:extLst>
          </p:cNvPr>
          <p:cNvPicPr>
            <a:picLocks noGrp="1" noChangeAspect="1"/>
          </p:cNvPicPr>
          <p:nvPr>
            <p:ph idx="1"/>
          </p:nvPr>
        </p:nvPicPr>
        <p:blipFill>
          <a:blip r:embed="rId3"/>
          <a:stretch>
            <a:fillRect/>
          </a:stretch>
        </p:blipFill>
        <p:spPr>
          <a:xfrm>
            <a:off x="2707292" y="497439"/>
            <a:ext cx="6940008" cy="3556755"/>
          </a:xfrm>
          <a:prstGeom prst="rect">
            <a:avLst/>
          </a:prstGeom>
        </p:spPr>
      </p:pic>
    </p:spTree>
    <p:extLst>
      <p:ext uri="{BB962C8B-B14F-4D97-AF65-F5344CB8AC3E}">
        <p14:creationId xmlns:p14="http://schemas.microsoft.com/office/powerpoint/2010/main" val="14494700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BE6B5-D54E-367E-7A7B-DF5D79B572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EA4344-A689-1189-5996-453F8114D947}"/>
              </a:ext>
            </a:extLst>
          </p:cNvPr>
          <p:cNvSpPr>
            <a:spLocks noGrp="1"/>
          </p:cNvSpPr>
          <p:nvPr>
            <p:ph type="title"/>
          </p:nvPr>
        </p:nvSpPr>
        <p:spPr/>
        <p:txBody>
          <a:bodyPr/>
          <a:lstStyle/>
          <a:p>
            <a:r>
              <a:rPr lang="en-US"/>
              <a:t>Conclusion about Genre vs Price</a:t>
            </a:r>
          </a:p>
        </p:txBody>
      </p:sp>
      <p:sp>
        <p:nvSpPr>
          <p:cNvPr id="3" name="Content Placeholder 2">
            <a:extLst>
              <a:ext uri="{FF2B5EF4-FFF2-40B4-BE49-F238E27FC236}">
                <a16:creationId xmlns:a16="http://schemas.microsoft.com/office/drawing/2014/main" id="{06C7C2D5-CF1F-3C5B-E79F-87A8AD787B64}"/>
              </a:ext>
            </a:extLst>
          </p:cNvPr>
          <p:cNvSpPr>
            <a:spLocks noGrp="1"/>
          </p:cNvSpPr>
          <p:nvPr>
            <p:ph idx="1"/>
          </p:nvPr>
        </p:nvSpPr>
        <p:spPr/>
        <p:txBody>
          <a:bodyPr/>
          <a:lstStyle/>
          <a:p>
            <a:r>
              <a:rPr lang="en-US"/>
              <a:t>Model predictions are fairly close to the average Price per Genre (what we expect)</a:t>
            </a:r>
          </a:p>
          <a:p>
            <a:r>
              <a:rPr lang="en-US"/>
              <a:t>P-Value nearly zero, reject the null hypothesis that price is same over the genres</a:t>
            </a:r>
          </a:p>
          <a:p>
            <a:r>
              <a:rPr lang="en-US"/>
              <a:t>Correlation remained low between Genre and Price</a:t>
            </a:r>
          </a:p>
          <a:p>
            <a:r>
              <a:rPr lang="en-US"/>
              <a:t>Need other data tangent to Genre to build a better prediction model </a:t>
            </a:r>
          </a:p>
        </p:txBody>
      </p:sp>
    </p:spTree>
    <p:extLst>
      <p:ext uri="{BB962C8B-B14F-4D97-AF65-F5344CB8AC3E}">
        <p14:creationId xmlns:p14="http://schemas.microsoft.com/office/powerpoint/2010/main" val="30093300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1B40C-18B7-2EC5-18D0-5938174E66F3}"/>
              </a:ext>
            </a:extLst>
          </p:cNvPr>
          <p:cNvSpPr>
            <a:spLocks noGrp="1"/>
          </p:cNvSpPr>
          <p:nvPr>
            <p:ph type="title"/>
          </p:nvPr>
        </p:nvSpPr>
        <p:spPr>
          <a:xfrm>
            <a:off x="3877056" y="658368"/>
            <a:ext cx="7315200" cy="3255264"/>
          </a:xfrm>
        </p:spPr>
        <p:txBody>
          <a:bodyPr/>
          <a:lstStyle/>
          <a:p>
            <a:r>
              <a:rPr lang="en-US"/>
              <a:t>Does Price Dictate the Number of Reviews and How Positive They Are?</a:t>
            </a:r>
          </a:p>
        </p:txBody>
      </p:sp>
      <p:sp>
        <p:nvSpPr>
          <p:cNvPr id="4" name="TextBox 3">
            <a:extLst>
              <a:ext uri="{FF2B5EF4-FFF2-40B4-BE49-F238E27FC236}">
                <a16:creationId xmlns:a16="http://schemas.microsoft.com/office/drawing/2014/main" id="{30BB810B-A11B-BC36-FA47-0C52AFC8DA80}"/>
              </a:ext>
            </a:extLst>
          </p:cNvPr>
          <p:cNvSpPr txBox="1"/>
          <p:nvPr/>
        </p:nvSpPr>
        <p:spPr>
          <a:xfrm>
            <a:off x="3922776" y="4562856"/>
            <a:ext cx="7159752" cy="1477328"/>
          </a:xfrm>
          <a:prstGeom prst="rect">
            <a:avLst/>
          </a:prstGeom>
          <a:noFill/>
        </p:spPr>
        <p:txBody>
          <a:bodyPr wrap="square" rtlCol="0">
            <a:spAutoFit/>
          </a:bodyPr>
          <a:lstStyle/>
          <a:p>
            <a:r>
              <a:rPr lang="en-US"/>
              <a:t>Null Hypothesis: The price of the game will not matter, and the games will get reviewed the same.</a:t>
            </a:r>
          </a:p>
          <a:p>
            <a:endParaRPr lang="en-US"/>
          </a:p>
          <a:p>
            <a:r>
              <a:rPr lang="en-US"/>
              <a:t>Anti-Hypothesis: The reviews will be affected based on how much the user paid for the game.</a:t>
            </a:r>
          </a:p>
        </p:txBody>
      </p:sp>
    </p:spTree>
    <p:extLst>
      <p:ext uri="{BB962C8B-B14F-4D97-AF65-F5344CB8AC3E}">
        <p14:creationId xmlns:p14="http://schemas.microsoft.com/office/powerpoint/2010/main" val="37189479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F645BF8-7885-4398-80BC-4C0DF24F5C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3212FB65-CD2B-4005-B910-132DCE19FC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5" name="Rectangle 14">
            <a:extLst>
              <a:ext uri="{FF2B5EF4-FFF2-40B4-BE49-F238E27FC236}">
                <a16:creationId xmlns:a16="http://schemas.microsoft.com/office/drawing/2014/main" id="{B5DC95B7-2A72-483B-BA19-2BE7512055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C822AFE-7E96-4A51-9E55-FCAEACD213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4516" y="4212709"/>
            <a:ext cx="10764932" cy="187394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CC087F-FDF2-19AA-C957-BC4BABF32129}"/>
              </a:ext>
            </a:extLst>
          </p:cNvPr>
          <p:cNvSpPr>
            <a:spLocks noGrp="1"/>
          </p:cNvSpPr>
          <p:nvPr>
            <p:ph type="title"/>
          </p:nvPr>
        </p:nvSpPr>
        <p:spPr>
          <a:xfrm>
            <a:off x="1030406" y="4386057"/>
            <a:ext cx="4067033" cy="1527244"/>
          </a:xfrm>
        </p:spPr>
        <p:txBody>
          <a:bodyPr vert="horz" lIns="91440" tIns="45720" rIns="91440" bIns="45720" rtlCol="0" anchor="ctr">
            <a:normAutofit/>
          </a:bodyPr>
          <a:lstStyle/>
          <a:p>
            <a:pPr algn="r"/>
            <a:r>
              <a:rPr lang="en-US"/>
              <a:t>Total Number of Reviews</a:t>
            </a:r>
          </a:p>
        </p:txBody>
      </p:sp>
      <p:sp>
        <p:nvSpPr>
          <p:cNvPr id="19" name="Rectangle 18">
            <a:extLst>
              <a:ext uri="{FF2B5EF4-FFF2-40B4-BE49-F238E27FC236}">
                <a16:creationId xmlns:a16="http://schemas.microsoft.com/office/drawing/2014/main" id="{9169EA61-C175-4B7E-807B-58199DEA7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6" name="Content Placeholder 5" descr="A white rectangular object with blue dots">
            <a:extLst>
              <a:ext uri="{FF2B5EF4-FFF2-40B4-BE49-F238E27FC236}">
                <a16:creationId xmlns:a16="http://schemas.microsoft.com/office/drawing/2014/main" id="{17C6DB58-2DD9-AE2C-CA2C-4B4407AF6DA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542698" y="757326"/>
            <a:ext cx="7408564" cy="3185684"/>
          </a:xfrm>
          <a:prstGeom prst="rect">
            <a:avLst/>
          </a:prstGeom>
        </p:spPr>
      </p:pic>
      <p:sp>
        <p:nvSpPr>
          <p:cNvPr id="4" name="Text Placeholder 3">
            <a:extLst>
              <a:ext uri="{FF2B5EF4-FFF2-40B4-BE49-F238E27FC236}">
                <a16:creationId xmlns:a16="http://schemas.microsoft.com/office/drawing/2014/main" id="{3348A231-D4FC-7573-1F21-AFFFCC962DBC}"/>
              </a:ext>
            </a:extLst>
          </p:cNvPr>
          <p:cNvSpPr>
            <a:spLocks noGrp="1"/>
          </p:cNvSpPr>
          <p:nvPr>
            <p:ph type="body" sz="half" idx="2"/>
          </p:nvPr>
        </p:nvSpPr>
        <p:spPr>
          <a:xfrm>
            <a:off x="5437390" y="4386720"/>
            <a:ext cx="5992610" cy="1526582"/>
          </a:xfrm>
        </p:spPr>
        <p:txBody>
          <a:bodyPr vert="horz" lIns="91440" tIns="45720" rIns="91440" bIns="45720" rtlCol="0" anchor="ctr">
            <a:normAutofit/>
          </a:bodyPr>
          <a:lstStyle/>
          <a:p>
            <a:pPr indent="-182880">
              <a:lnSpc>
                <a:spcPct val="90000"/>
              </a:lnSpc>
              <a:buFont typeface="Wingdings 2" pitchFamily="18" charset="2"/>
              <a:buChar char=""/>
            </a:pPr>
            <a:r>
              <a:rPr lang="en-US" sz="1600"/>
              <a:t>This chart compares the total amount of reviews given to a game, versus the pric3e of the game. The reason we create this chart to look at it because it not only shows us the relationship between the two, but also the willingness of the user to leave a review on a game they paid money for.</a:t>
            </a:r>
          </a:p>
        </p:txBody>
      </p:sp>
    </p:spTree>
    <p:extLst>
      <p:ext uri="{BB962C8B-B14F-4D97-AF65-F5344CB8AC3E}">
        <p14:creationId xmlns:p14="http://schemas.microsoft.com/office/powerpoint/2010/main" val="14730471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B339F21-186B-4B19-2652-054AB4ABBE44}"/>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4F645BF8-7885-4398-80BC-4C0DF24F5C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3212FB65-CD2B-4005-B910-132DCE19FC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5" name="Rectangle 14">
            <a:extLst>
              <a:ext uri="{FF2B5EF4-FFF2-40B4-BE49-F238E27FC236}">
                <a16:creationId xmlns:a16="http://schemas.microsoft.com/office/drawing/2014/main" id="{B5DC95B7-2A72-483B-BA19-2BE7512055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C822AFE-7E96-4A51-9E55-FCAEACD213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4516" y="4212709"/>
            <a:ext cx="10764932" cy="187394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309ECD-0ADC-6B77-157E-68DCE48E64B2}"/>
              </a:ext>
            </a:extLst>
          </p:cNvPr>
          <p:cNvSpPr>
            <a:spLocks noGrp="1"/>
          </p:cNvSpPr>
          <p:nvPr>
            <p:ph type="title"/>
          </p:nvPr>
        </p:nvSpPr>
        <p:spPr>
          <a:xfrm>
            <a:off x="1030406" y="4386057"/>
            <a:ext cx="4067033" cy="1527244"/>
          </a:xfrm>
        </p:spPr>
        <p:txBody>
          <a:bodyPr vert="horz" lIns="91440" tIns="45720" rIns="91440" bIns="45720" rtlCol="0" anchor="ctr">
            <a:normAutofit/>
          </a:bodyPr>
          <a:lstStyle/>
          <a:p>
            <a:pPr algn="r"/>
            <a:r>
              <a:rPr lang="en-US"/>
              <a:t>Percent Positive Reviews</a:t>
            </a:r>
          </a:p>
        </p:txBody>
      </p:sp>
      <p:sp>
        <p:nvSpPr>
          <p:cNvPr id="19" name="Rectangle 18">
            <a:extLst>
              <a:ext uri="{FF2B5EF4-FFF2-40B4-BE49-F238E27FC236}">
                <a16:creationId xmlns:a16="http://schemas.microsoft.com/office/drawing/2014/main" id="{9169EA61-C175-4B7E-807B-58199DEA7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6" name="Content Placeholder 5" descr="A graph with blue lines and dots">
            <a:extLst>
              <a:ext uri="{FF2B5EF4-FFF2-40B4-BE49-F238E27FC236}">
                <a16:creationId xmlns:a16="http://schemas.microsoft.com/office/drawing/2014/main" id="{53D37AAC-574E-1835-871D-5EB124D0B98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21035" y="757326"/>
            <a:ext cx="7451891" cy="3185684"/>
          </a:xfrm>
          <a:prstGeom prst="rect">
            <a:avLst/>
          </a:prstGeom>
        </p:spPr>
      </p:pic>
      <p:sp>
        <p:nvSpPr>
          <p:cNvPr id="4" name="Text Placeholder 3">
            <a:extLst>
              <a:ext uri="{FF2B5EF4-FFF2-40B4-BE49-F238E27FC236}">
                <a16:creationId xmlns:a16="http://schemas.microsoft.com/office/drawing/2014/main" id="{C1BF38BA-D2DE-A252-186B-9E3607A10204}"/>
              </a:ext>
            </a:extLst>
          </p:cNvPr>
          <p:cNvSpPr>
            <a:spLocks noGrp="1"/>
          </p:cNvSpPr>
          <p:nvPr>
            <p:ph type="body" sz="half" idx="2"/>
          </p:nvPr>
        </p:nvSpPr>
        <p:spPr>
          <a:xfrm>
            <a:off x="5437390" y="4386720"/>
            <a:ext cx="5992610" cy="1526582"/>
          </a:xfrm>
        </p:spPr>
        <p:txBody>
          <a:bodyPr vert="horz" lIns="91440" tIns="45720" rIns="91440" bIns="45720" rtlCol="0" anchor="ctr">
            <a:normAutofit/>
          </a:bodyPr>
          <a:lstStyle/>
          <a:p>
            <a:pPr indent="-182880">
              <a:lnSpc>
                <a:spcPct val="90000"/>
              </a:lnSpc>
              <a:buFont typeface="Wingdings 2" pitchFamily="18" charset="2"/>
              <a:buChar char=""/>
            </a:pPr>
            <a:r>
              <a:rPr lang="en-US" sz="1600"/>
              <a:t>This graph shows us the relationship between Price and Positive Reviews for the game, where price is the y variable, and Percent Positive Reviews is the x variable. It is skewed slightly towards the top because of the few outlying games that cost over 300 dollars.</a:t>
            </a:r>
          </a:p>
        </p:txBody>
      </p:sp>
    </p:spTree>
    <p:extLst>
      <p:ext uri="{BB962C8B-B14F-4D97-AF65-F5344CB8AC3E}">
        <p14:creationId xmlns:p14="http://schemas.microsoft.com/office/powerpoint/2010/main" val="39624512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5A5526C-57F4-07B6-50CC-935413338EA5}"/>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4F645BF8-7885-4398-80BC-4C0DF24F5C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3212FB65-CD2B-4005-B910-132DCE19FC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5" name="Rectangle 14">
            <a:extLst>
              <a:ext uri="{FF2B5EF4-FFF2-40B4-BE49-F238E27FC236}">
                <a16:creationId xmlns:a16="http://schemas.microsoft.com/office/drawing/2014/main" id="{B5DC95B7-2A72-483B-BA19-2BE7512055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C822AFE-7E96-4A51-9E55-FCAEACD213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4516" y="4212709"/>
            <a:ext cx="10764932" cy="187394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13350A-772C-6367-9BF9-98ED153F56E8}"/>
              </a:ext>
            </a:extLst>
          </p:cNvPr>
          <p:cNvSpPr>
            <a:spLocks noGrp="1"/>
          </p:cNvSpPr>
          <p:nvPr>
            <p:ph type="title"/>
          </p:nvPr>
        </p:nvSpPr>
        <p:spPr>
          <a:xfrm>
            <a:off x="1030406" y="4386057"/>
            <a:ext cx="4067033" cy="1527244"/>
          </a:xfrm>
        </p:spPr>
        <p:txBody>
          <a:bodyPr vert="horz" lIns="91440" tIns="45720" rIns="91440" bIns="45720" rtlCol="0" anchor="ctr">
            <a:normAutofit/>
          </a:bodyPr>
          <a:lstStyle/>
          <a:p>
            <a:pPr algn="r"/>
            <a:r>
              <a:rPr lang="en-US"/>
              <a:t>Cleaned Total Number of Reviews</a:t>
            </a:r>
          </a:p>
        </p:txBody>
      </p:sp>
      <p:sp>
        <p:nvSpPr>
          <p:cNvPr id="19" name="Rectangle 18">
            <a:extLst>
              <a:ext uri="{FF2B5EF4-FFF2-40B4-BE49-F238E27FC236}">
                <a16:creationId xmlns:a16="http://schemas.microsoft.com/office/drawing/2014/main" id="{9169EA61-C175-4B7E-807B-58199DEA7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6" name="Content Placeholder 5" descr="A graph with blue dots&#10;&#10;AI-generated content may be incorrect.">
            <a:extLst>
              <a:ext uri="{FF2B5EF4-FFF2-40B4-BE49-F238E27FC236}">
                <a16:creationId xmlns:a16="http://schemas.microsoft.com/office/drawing/2014/main" id="{1D8474AD-2341-E50B-4FAF-34CD64AD8F5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64108" y="757326"/>
            <a:ext cx="7365744" cy="3185684"/>
          </a:xfrm>
          <a:prstGeom prst="rect">
            <a:avLst/>
          </a:prstGeom>
        </p:spPr>
      </p:pic>
      <p:sp>
        <p:nvSpPr>
          <p:cNvPr id="4" name="Text Placeholder 3">
            <a:extLst>
              <a:ext uri="{FF2B5EF4-FFF2-40B4-BE49-F238E27FC236}">
                <a16:creationId xmlns:a16="http://schemas.microsoft.com/office/drawing/2014/main" id="{8CAB8AFD-3111-8B96-01F1-22DD1C12B06B}"/>
              </a:ext>
            </a:extLst>
          </p:cNvPr>
          <p:cNvSpPr>
            <a:spLocks noGrp="1"/>
          </p:cNvSpPr>
          <p:nvPr>
            <p:ph type="body" sz="half" idx="2"/>
          </p:nvPr>
        </p:nvSpPr>
        <p:spPr>
          <a:xfrm>
            <a:off x="5437390" y="4386720"/>
            <a:ext cx="5992610" cy="1526582"/>
          </a:xfrm>
        </p:spPr>
        <p:txBody>
          <a:bodyPr vert="horz" lIns="91440" tIns="45720" rIns="91440" bIns="45720" rtlCol="0" anchor="ctr">
            <a:normAutofit/>
          </a:bodyPr>
          <a:lstStyle/>
          <a:p>
            <a:pPr indent="-182880">
              <a:lnSpc>
                <a:spcPct val="90000"/>
              </a:lnSpc>
              <a:buFont typeface="Wingdings 2" pitchFamily="18" charset="2"/>
              <a:buChar char=""/>
            </a:pPr>
            <a:r>
              <a:rPr lang="en-US" sz="1600"/>
              <a:t>After cleaning the data, we can see a clear change in the Price vs. Number of reviews chart. Everything is much more spread out and paints us a better idea to start making predictions about the data.</a:t>
            </a:r>
          </a:p>
        </p:txBody>
      </p:sp>
    </p:spTree>
    <p:extLst>
      <p:ext uri="{BB962C8B-B14F-4D97-AF65-F5344CB8AC3E}">
        <p14:creationId xmlns:p14="http://schemas.microsoft.com/office/powerpoint/2010/main" val="16602408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5675838-BEDF-885D-71DA-83F4A4B9A743}"/>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4F645BF8-7885-4398-80BC-4C0DF24F5C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3212FB65-CD2B-4005-B910-132DCE19FC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5" name="Rectangle 14">
            <a:extLst>
              <a:ext uri="{FF2B5EF4-FFF2-40B4-BE49-F238E27FC236}">
                <a16:creationId xmlns:a16="http://schemas.microsoft.com/office/drawing/2014/main" id="{B5DC95B7-2A72-483B-BA19-2BE7512055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C822AFE-7E96-4A51-9E55-FCAEACD213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4516" y="4212709"/>
            <a:ext cx="10764932" cy="187394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164CCD-1114-CFD3-8FDD-819B467062E6}"/>
              </a:ext>
            </a:extLst>
          </p:cNvPr>
          <p:cNvSpPr>
            <a:spLocks noGrp="1"/>
          </p:cNvSpPr>
          <p:nvPr>
            <p:ph type="title"/>
          </p:nvPr>
        </p:nvSpPr>
        <p:spPr>
          <a:xfrm>
            <a:off x="1030406" y="4386057"/>
            <a:ext cx="4067033" cy="1527244"/>
          </a:xfrm>
        </p:spPr>
        <p:txBody>
          <a:bodyPr vert="horz" lIns="91440" tIns="45720" rIns="91440" bIns="45720" rtlCol="0" anchor="ctr">
            <a:normAutofit/>
          </a:bodyPr>
          <a:lstStyle/>
          <a:p>
            <a:pPr algn="r"/>
            <a:r>
              <a:rPr lang="en-US"/>
              <a:t>Cleaned Percent Positive Reviews</a:t>
            </a:r>
          </a:p>
        </p:txBody>
      </p:sp>
      <p:sp>
        <p:nvSpPr>
          <p:cNvPr id="19" name="Rectangle 18">
            <a:extLst>
              <a:ext uri="{FF2B5EF4-FFF2-40B4-BE49-F238E27FC236}">
                <a16:creationId xmlns:a16="http://schemas.microsoft.com/office/drawing/2014/main" id="{9169EA61-C175-4B7E-807B-58199DEA7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6" name="Content Placeholder 5" descr="A blue and white dotted pattern">
            <a:extLst>
              <a:ext uri="{FF2B5EF4-FFF2-40B4-BE49-F238E27FC236}">
                <a16:creationId xmlns:a16="http://schemas.microsoft.com/office/drawing/2014/main" id="{04590375-3DF0-1317-4B05-11D86273AD2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64108" y="757326"/>
            <a:ext cx="7365744" cy="3185684"/>
          </a:xfrm>
          <a:prstGeom prst="rect">
            <a:avLst/>
          </a:prstGeom>
        </p:spPr>
      </p:pic>
      <p:sp>
        <p:nvSpPr>
          <p:cNvPr id="4" name="Text Placeholder 3">
            <a:extLst>
              <a:ext uri="{FF2B5EF4-FFF2-40B4-BE49-F238E27FC236}">
                <a16:creationId xmlns:a16="http://schemas.microsoft.com/office/drawing/2014/main" id="{DF549DBE-8EE7-C4CD-E018-6C87E87B3A74}"/>
              </a:ext>
            </a:extLst>
          </p:cNvPr>
          <p:cNvSpPr>
            <a:spLocks noGrp="1"/>
          </p:cNvSpPr>
          <p:nvPr>
            <p:ph type="body" sz="half" idx="2"/>
          </p:nvPr>
        </p:nvSpPr>
        <p:spPr>
          <a:xfrm>
            <a:off x="5437390" y="4386720"/>
            <a:ext cx="5992610" cy="1526582"/>
          </a:xfrm>
        </p:spPr>
        <p:txBody>
          <a:bodyPr vert="horz" lIns="91440" tIns="45720" rIns="91440" bIns="45720" rtlCol="0" anchor="ctr">
            <a:normAutofit/>
          </a:bodyPr>
          <a:lstStyle/>
          <a:p>
            <a:pPr indent="-182880">
              <a:lnSpc>
                <a:spcPct val="90000"/>
              </a:lnSpc>
              <a:buFont typeface="Wingdings 2" pitchFamily="18" charset="2"/>
              <a:buChar char=""/>
            </a:pPr>
            <a:r>
              <a:rPr lang="en-US" sz="1600"/>
              <a:t>This graph is much easier to read after the data has been cleaned. We can see a clear skew to the left which is to be expected because reviews tend to be more positive than negative. As well as a denser cluster of data points in the lower left corner, because there are more games that are cheaper than there are expensive, and there are more positive ratings than negative ones.</a:t>
            </a:r>
          </a:p>
        </p:txBody>
      </p:sp>
    </p:spTree>
    <p:extLst>
      <p:ext uri="{BB962C8B-B14F-4D97-AF65-F5344CB8AC3E}">
        <p14:creationId xmlns:p14="http://schemas.microsoft.com/office/powerpoint/2010/main" val="4640955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833A5-9BE1-7446-DD58-C28B3EF6F24E}"/>
              </a:ext>
            </a:extLst>
          </p:cNvPr>
          <p:cNvSpPr>
            <a:spLocks noGrp="1"/>
          </p:cNvSpPr>
          <p:nvPr>
            <p:ph type="title"/>
          </p:nvPr>
        </p:nvSpPr>
        <p:spPr/>
        <p:txBody>
          <a:bodyPr/>
          <a:lstStyle/>
          <a:p>
            <a:r>
              <a:rPr lang="en-US"/>
              <a:t>Predicted vs. Actual</a:t>
            </a:r>
          </a:p>
        </p:txBody>
      </p:sp>
      <p:pic>
        <p:nvPicPr>
          <p:cNvPr id="6" name="Content Placeholder 5" descr="A group of blue and white graphs&#10;&#10;AI-generated content may be incorrect.">
            <a:extLst>
              <a:ext uri="{FF2B5EF4-FFF2-40B4-BE49-F238E27FC236}">
                <a16:creationId xmlns:a16="http://schemas.microsoft.com/office/drawing/2014/main" id="{C786B35D-B199-3DFA-11F0-290F49A0A4A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67150" y="1742416"/>
            <a:ext cx="7315200" cy="3373169"/>
          </a:xfrm>
        </p:spPr>
      </p:pic>
      <p:sp>
        <p:nvSpPr>
          <p:cNvPr id="4" name="Text Placeholder 3">
            <a:extLst>
              <a:ext uri="{FF2B5EF4-FFF2-40B4-BE49-F238E27FC236}">
                <a16:creationId xmlns:a16="http://schemas.microsoft.com/office/drawing/2014/main" id="{4595BDB3-4CA6-A64A-7D9B-00217B6CF0A9}"/>
              </a:ext>
            </a:extLst>
          </p:cNvPr>
          <p:cNvSpPr>
            <a:spLocks noGrp="1"/>
          </p:cNvSpPr>
          <p:nvPr>
            <p:ph type="body" sz="half" idx="2"/>
          </p:nvPr>
        </p:nvSpPr>
        <p:spPr/>
        <p:txBody>
          <a:bodyPr/>
          <a:lstStyle/>
          <a:p>
            <a:r>
              <a:rPr lang="en-US"/>
              <a:t>We can see a clear positive relationship for the predicted values, where if price is higher the reviews for the game will be higher. When the actual is computed we can see that they are similar. If we look  at where the charts are the densest, we can see that they are accurate to the data we’ve found.</a:t>
            </a:r>
          </a:p>
        </p:txBody>
      </p:sp>
    </p:spTree>
    <p:extLst>
      <p:ext uri="{BB962C8B-B14F-4D97-AF65-F5344CB8AC3E}">
        <p14:creationId xmlns:p14="http://schemas.microsoft.com/office/powerpoint/2010/main" val="26298415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83E4A-9679-FA8F-1671-C86B0A2B414A}"/>
              </a:ext>
            </a:extLst>
          </p:cNvPr>
          <p:cNvSpPr>
            <a:spLocks noGrp="1"/>
          </p:cNvSpPr>
          <p:nvPr>
            <p:ph type="title"/>
          </p:nvPr>
        </p:nvSpPr>
        <p:spPr/>
        <p:txBody>
          <a:bodyPr/>
          <a:lstStyle/>
          <a:p>
            <a:r>
              <a:rPr lang="en-US"/>
              <a:t>Conclusion</a:t>
            </a:r>
          </a:p>
        </p:txBody>
      </p:sp>
      <p:sp>
        <p:nvSpPr>
          <p:cNvPr id="3" name="Content Placeholder 2">
            <a:extLst>
              <a:ext uri="{FF2B5EF4-FFF2-40B4-BE49-F238E27FC236}">
                <a16:creationId xmlns:a16="http://schemas.microsoft.com/office/drawing/2014/main" id="{F8F05F10-5B05-34C4-D8B5-6797128F36E9}"/>
              </a:ext>
            </a:extLst>
          </p:cNvPr>
          <p:cNvSpPr>
            <a:spLocks noGrp="1"/>
          </p:cNvSpPr>
          <p:nvPr>
            <p:ph idx="1"/>
          </p:nvPr>
        </p:nvSpPr>
        <p:spPr/>
        <p:txBody>
          <a:bodyPr/>
          <a:lstStyle/>
          <a:p>
            <a:r>
              <a:rPr lang="en-US" dirty="0"/>
              <a:t>Null Hypothesis is True</a:t>
            </a:r>
          </a:p>
          <a:p>
            <a:r>
              <a:rPr lang="en-US" dirty="0"/>
              <a:t>The amount of money does NOT affect how much users review the game</a:t>
            </a:r>
          </a:p>
          <a:p>
            <a:r>
              <a:rPr lang="en-US" dirty="0"/>
              <a:t>Unsurprisingly, free games get reviewed the most</a:t>
            </a:r>
          </a:p>
          <a:p>
            <a:r>
              <a:rPr lang="en-US" dirty="0"/>
              <a:t>We can predict, that if the user either spends no money, or over 200 dollars on a game, they are likely to review it the </a:t>
            </a:r>
            <a:r>
              <a:rPr lang="en-US"/>
              <a:t>same amount.</a:t>
            </a:r>
            <a:endParaRPr lang="en-US" dirty="0"/>
          </a:p>
        </p:txBody>
      </p:sp>
    </p:spTree>
    <p:extLst>
      <p:ext uri="{BB962C8B-B14F-4D97-AF65-F5344CB8AC3E}">
        <p14:creationId xmlns:p14="http://schemas.microsoft.com/office/powerpoint/2010/main" val="15854018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E949D-6438-EAE1-47B2-8E3F9E783E6B}"/>
              </a:ext>
            </a:extLst>
          </p:cNvPr>
          <p:cNvSpPr>
            <a:spLocks noGrp="1"/>
          </p:cNvSpPr>
          <p:nvPr>
            <p:ph type="title"/>
          </p:nvPr>
        </p:nvSpPr>
        <p:spPr/>
        <p:txBody>
          <a:bodyPr/>
          <a:lstStyle/>
          <a:p>
            <a:r>
              <a:rPr lang="en-US" dirty="0"/>
              <a:t>Future Analysis</a:t>
            </a:r>
          </a:p>
        </p:txBody>
      </p:sp>
      <p:sp>
        <p:nvSpPr>
          <p:cNvPr id="3" name="Content Placeholder 2">
            <a:extLst>
              <a:ext uri="{FF2B5EF4-FFF2-40B4-BE49-F238E27FC236}">
                <a16:creationId xmlns:a16="http://schemas.microsoft.com/office/drawing/2014/main" id="{2201720A-34BC-EF50-9ED3-E03288060CAF}"/>
              </a:ext>
            </a:extLst>
          </p:cNvPr>
          <p:cNvSpPr>
            <a:spLocks noGrp="1"/>
          </p:cNvSpPr>
          <p:nvPr>
            <p:ph idx="1"/>
          </p:nvPr>
        </p:nvSpPr>
        <p:spPr/>
        <p:txBody>
          <a:bodyPr/>
          <a:lstStyle/>
          <a:p>
            <a:r>
              <a:rPr lang="en-US" dirty="0"/>
              <a:t>Transforming more of the datasets so that we can perform multiple linear regression</a:t>
            </a:r>
          </a:p>
          <a:p>
            <a:r>
              <a:rPr lang="en-US" dirty="0"/>
              <a:t>Scrape data from </a:t>
            </a:r>
            <a:r>
              <a:rPr lang="en-US" dirty="0" err="1"/>
              <a:t>SteamAPI</a:t>
            </a:r>
            <a:r>
              <a:rPr lang="en-US" dirty="0"/>
              <a:t> for pricing data on other countries</a:t>
            </a:r>
          </a:p>
          <a:p>
            <a:r>
              <a:rPr lang="en-US" dirty="0"/>
              <a:t>Get more about the type of game company</a:t>
            </a:r>
          </a:p>
        </p:txBody>
      </p:sp>
    </p:spTree>
    <p:extLst>
      <p:ext uri="{BB962C8B-B14F-4D97-AF65-F5344CB8AC3E}">
        <p14:creationId xmlns:p14="http://schemas.microsoft.com/office/powerpoint/2010/main" val="3742602139"/>
      </p:ext>
    </p:extLst>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TM03457475[[fn=Frame]]</Template>
  <TotalTime>0</TotalTime>
  <Words>1335</Words>
  <Application>Microsoft Office PowerPoint</Application>
  <PresentationFormat>Widescreen</PresentationFormat>
  <Paragraphs>202</Paragraphs>
  <Slides>27</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Aptos</vt:lpstr>
      <vt:lpstr>Arial</vt:lpstr>
      <vt:lpstr>Corbel</vt:lpstr>
      <vt:lpstr>Wingdings 2</vt:lpstr>
      <vt:lpstr>Frame</vt:lpstr>
      <vt:lpstr>Estimating and Interpreting Video Game Sales</vt:lpstr>
      <vt:lpstr>Our Question</vt:lpstr>
      <vt:lpstr>What we analyzed</vt:lpstr>
      <vt:lpstr>What did we do?</vt:lpstr>
      <vt:lpstr>Exploratory Data</vt:lpstr>
      <vt:lpstr>Exploratory Data Continued</vt:lpstr>
      <vt:lpstr>Exploratory Data Continued</vt:lpstr>
      <vt:lpstr>Cleaning data</vt:lpstr>
      <vt:lpstr>Distribution of Games During what months</vt:lpstr>
      <vt:lpstr>Predicting Prices with the Release Month</vt:lpstr>
      <vt:lpstr>Paid Games vs Release Month</vt:lpstr>
      <vt:lpstr>Conclusion about Price</vt:lpstr>
      <vt:lpstr>Analyzing Price by Genre</vt:lpstr>
      <vt:lpstr>Average Playtime  vs. Game Count</vt:lpstr>
      <vt:lpstr>Price and Genres</vt:lpstr>
      <vt:lpstr>Price Trained by Genre</vt:lpstr>
      <vt:lpstr>Price and Genres</vt:lpstr>
      <vt:lpstr>Predicted Price vs Actual Avg Price</vt:lpstr>
      <vt:lpstr>Conclusion about Genre vs Price</vt:lpstr>
      <vt:lpstr>Does Price Dictate the Number of Reviews and How Positive They Are?</vt:lpstr>
      <vt:lpstr>Total Number of Reviews</vt:lpstr>
      <vt:lpstr>Percent Positive Reviews</vt:lpstr>
      <vt:lpstr>Cleaned Total Number of Reviews</vt:lpstr>
      <vt:lpstr>Cleaned Percent Positive Reviews</vt:lpstr>
      <vt:lpstr>Predicted vs. Actual</vt:lpstr>
      <vt:lpstr>Conclusion</vt:lpstr>
      <vt:lpstr>Future Analysis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Seehafer, Parker Daniel</dc:creator>
  <cp:lastModifiedBy>Parker Seehafer</cp:lastModifiedBy>
  <cp:revision>273</cp:revision>
  <dcterms:created xsi:type="dcterms:W3CDTF">2025-12-17T19:09:59Z</dcterms:created>
  <dcterms:modified xsi:type="dcterms:W3CDTF">2025-12-19T00:48:43Z</dcterms:modified>
</cp:coreProperties>
</file>